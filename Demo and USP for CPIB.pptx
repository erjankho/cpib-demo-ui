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5"/>
  </p:notesMasterIdLst>
  <p:sldIdLst>
    <p:sldId id="280" r:id="rId5"/>
    <p:sldId id="281" r:id="rId6"/>
    <p:sldId id="288" r:id="rId7"/>
    <p:sldId id="293" r:id="rId8"/>
    <p:sldId id="258" r:id="rId9"/>
    <p:sldId id="289" r:id="rId10"/>
    <p:sldId id="285" r:id="rId11"/>
    <p:sldId id="291" r:id="rId12"/>
    <p:sldId id="278" r:id="rId13"/>
    <p:sldId id="290" r:id="rId14"/>
    <p:sldId id="279" r:id="rId15"/>
    <p:sldId id="295" r:id="rId16"/>
    <p:sldId id="277" r:id="rId17"/>
    <p:sldId id="294" r:id="rId18"/>
    <p:sldId id="292" r:id="rId19"/>
    <p:sldId id="286" r:id="rId20"/>
    <p:sldId id="282" r:id="rId21"/>
    <p:sldId id="283" r:id="rId22"/>
    <p:sldId id="284" r:id="rId23"/>
    <p:sldId id="287" r:id="rId24"/>
  </p:sldIdLst>
  <p:sldSz cx="9144000" cy="5143500" type="screen16x9"/>
  <p:notesSz cx="6858000" cy="9144000"/>
  <p:embeddedFontLst>
    <p:embeddedFont>
      <p:font typeface="Century Gothic" panose="020B0502020202020204" pitchFamily="34" charset="0"/>
      <p:regular r:id="rId26"/>
      <p:bold r:id="rId27"/>
      <p:italic r:id="rId28"/>
      <p:boldItalic r:id="rId29"/>
    </p:embeddedFont>
    <p:embeddedFont>
      <p:font typeface="Lato" panose="020F0502020204030203"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9FF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A38996-CCD9-4BA4-9F7F-CA64B57A08D5}" v="173" dt="2026-10-13T03:45:20.3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3" d="100"/>
          <a:sy n="133" d="100"/>
        </p:scale>
        <p:origin x="906"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7.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jan Kho" userId="S::ekho1@lenovo.com::1e472358-c8ba-4206-92c9-d7c227e16e78" providerId="AD" clId="Web-{347204ED-CC62-E792-960F-938007EF368B}"/>
    <pc:docChg chg="modSld">
      <pc:chgData name="Erjan Kho" userId="S::ekho1@lenovo.com::1e472358-c8ba-4206-92c9-d7c227e16e78" providerId="AD" clId="Web-{347204ED-CC62-E792-960F-938007EF368B}" dt="2026-10-09T06:03:05.464" v="57" actId="14100"/>
      <pc:docMkLst>
        <pc:docMk/>
      </pc:docMkLst>
      <pc:sldChg chg="modSp">
        <pc:chgData name="Erjan Kho" userId="S::ekho1@lenovo.com::1e472358-c8ba-4206-92c9-d7c227e16e78" providerId="AD" clId="Web-{347204ED-CC62-E792-960F-938007EF368B}" dt="2026-10-09T05:57:49.507" v="2" actId="20577"/>
        <pc:sldMkLst>
          <pc:docMk/>
          <pc:sldMk cId="707520611" sldId="281"/>
        </pc:sldMkLst>
        <pc:spChg chg="mod">
          <ac:chgData name="Erjan Kho" userId="S::ekho1@lenovo.com::1e472358-c8ba-4206-92c9-d7c227e16e78" providerId="AD" clId="Web-{347204ED-CC62-E792-960F-938007EF368B}" dt="2026-10-09T05:57:49.507" v="2" actId="20577"/>
          <ac:spMkLst>
            <pc:docMk/>
            <pc:sldMk cId="707520611" sldId="281"/>
            <ac:spMk id="21" creationId="{04DE0BE1-2AF8-00D2-1CB4-439621545662}"/>
          </ac:spMkLst>
        </pc:spChg>
      </pc:sldChg>
      <pc:sldChg chg="mod modShow">
        <pc:chgData name="Erjan Kho" userId="S::ekho1@lenovo.com::1e472358-c8ba-4206-92c9-d7c227e16e78" providerId="AD" clId="Web-{347204ED-CC62-E792-960F-938007EF368B}" dt="2026-10-09T05:53:52.160" v="0"/>
        <pc:sldMkLst>
          <pc:docMk/>
          <pc:sldMk cId="714993948" sldId="286"/>
        </pc:sldMkLst>
      </pc:sldChg>
      <pc:sldChg chg="modSp">
        <pc:chgData name="Erjan Kho" userId="S::ekho1@lenovo.com::1e472358-c8ba-4206-92c9-d7c227e16e78" providerId="AD" clId="Web-{347204ED-CC62-E792-960F-938007EF368B}" dt="2026-10-09T06:03:05.464" v="57" actId="14100"/>
        <pc:sldMkLst>
          <pc:docMk/>
          <pc:sldMk cId="2512394195" sldId="288"/>
        </pc:sldMkLst>
        <pc:spChg chg="mod">
          <ac:chgData name="Erjan Kho" userId="S::ekho1@lenovo.com::1e472358-c8ba-4206-92c9-d7c227e16e78" providerId="AD" clId="Web-{347204ED-CC62-E792-960F-938007EF368B}" dt="2026-10-09T06:03:05.464" v="57" actId="14100"/>
          <ac:spMkLst>
            <pc:docMk/>
            <pc:sldMk cId="2512394195" sldId="288"/>
            <ac:spMk id="8" creationId="{89D06D34-E794-42B3-A94F-D7EE951F01C0}"/>
          </ac:spMkLst>
        </pc:spChg>
      </pc:sldChg>
      <pc:sldChg chg="modSp">
        <pc:chgData name="Erjan Kho" userId="S::ekho1@lenovo.com::1e472358-c8ba-4206-92c9-d7c227e16e78" providerId="AD" clId="Web-{347204ED-CC62-E792-960F-938007EF368B}" dt="2026-10-09T06:00:31.775" v="26" actId="20577"/>
        <pc:sldMkLst>
          <pc:docMk/>
          <pc:sldMk cId="0" sldId="289"/>
        </pc:sldMkLst>
        <pc:spChg chg="mod">
          <ac:chgData name="Erjan Kho" userId="S::ekho1@lenovo.com::1e472358-c8ba-4206-92c9-d7c227e16e78" providerId="AD" clId="Web-{347204ED-CC62-E792-960F-938007EF368B}" dt="2026-10-09T06:00:31.775" v="26" actId="20577"/>
          <ac:spMkLst>
            <pc:docMk/>
            <pc:sldMk cId="0" sldId="289"/>
            <ac:spMk id="36" creationId="{00000000-0000-0000-0000-000000000000}"/>
          </ac:spMkLst>
        </pc:spChg>
        <pc:spChg chg="mod">
          <ac:chgData name="Erjan Kho" userId="S::ekho1@lenovo.com::1e472358-c8ba-4206-92c9-d7c227e16e78" providerId="AD" clId="Web-{347204ED-CC62-E792-960F-938007EF368B}" dt="2026-10-09T05:59:51.493" v="15" actId="20577"/>
          <ac:spMkLst>
            <pc:docMk/>
            <pc:sldMk cId="0" sldId="289"/>
            <ac:spMk id="37" creationId="{00000000-0000-0000-0000-000000000000}"/>
          </ac:spMkLst>
        </pc:spChg>
      </pc:sldChg>
    </pc:docChg>
  </pc:docChgLst>
  <pc:docChgLst>
    <pc:chgData name="Erjan Kho" userId="S::ekho1@lenovo.com::1e472358-c8ba-4206-92c9-d7c227e16e78" providerId="AD" clId="Web-{4DB80696-6E6E-5AAE-AD6B-FE83B77313D7}"/>
    <pc:docChg chg="addSld delSld modSld sldOrd modMainMaster modNotesMaster">
      <pc:chgData name="Erjan Kho" userId="S::ekho1@lenovo.com::1e472358-c8ba-4206-92c9-d7c227e16e78" providerId="AD" clId="Web-{4DB80696-6E6E-5AAE-AD6B-FE83B77313D7}" dt="2026-10-08T03:38:12.109" v="148"/>
      <pc:docMkLst>
        <pc:docMk/>
      </pc:docMkLst>
      <pc:sldChg chg="addSp modSp">
        <pc:chgData name="Erjan Kho" userId="S::ekho1@lenovo.com::1e472358-c8ba-4206-92c9-d7c227e16e78" providerId="AD" clId="Web-{4DB80696-6E6E-5AAE-AD6B-FE83B77313D7}" dt="2026-10-08T03:34:18.116" v="141" actId="20577"/>
        <pc:sldMkLst>
          <pc:docMk/>
          <pc:sldMk cId="1904453651" sldId="277"/>
        </pc:sldMkLst>
        <pc:spChg chg="mod">
          <ac:chgData name="Erjan Kho" userId="S::ekho1@lenovo.com::1e472358-c8ba-4206-92c9-d7c227e16e78" providerId="AD" clId="Web-{4DB80696-6E6E-5AAE-AD6B-FE83B77313D7}" dt="2026-10-08T03:34:18.116" v="141" actId="20577"/>
          <ac:spMkLst>
            <pc:docMk/>
            <pc:sldMk cId="1904453651" sldId="277"/>
            <ac:spMk id="3" creationId="{6F7C3D8C-8DCC-16A4-0B16-D62A4CE9B435}"/>
          </ac:spMkLst>
        </pc:spChg>
        <pc:spChg chg="add">
          <ac:chgData name="Erjan Kho" userId="S::ekho1@lenovo.com::1e472358-c8ba-4206-92c9-d7c227e16e78" providerId="AD" clId="Web-{4DB80696-6E6E-5AAE-AD6B-FE83B77313D7}" dt="2026-10-08T03:32:48.519" v="90"/>
          <ac:spMkLst>
            <pc:docMk/>
            <pc:sldMk cId="1904453651" sldId="277"/>
            <ac:spMk id="6" creationId="{B1E13506-686F-1458-291E-C4EB263867B1}"/>
          </ac:spMkLst>
        </pc:spChg>
        <pc:spChg chg="add">
          <ac:chgData name="Erjan Kho" userId="S::ekho1@lenovo.com::1e472358-c8ba-4206-92c9-d7c227e16e78" providerId="AD" clId="Web-{4DB80696-6E6E-5AAE-AD6B-FE83B77313D7}" dt="2026-10-08T03:32:48.519" v="91"/>
          <ac:spMkLst>
            <pc:docMk/>
            <pc:sldMk cId="1904453651" sldId="277"/>
            <ac:spMk id="8" creationId="{24D23EB5-203B-E870-E8AC-C79F8217865B}"/>
          </ac:spMkLst>
        </pc:spChg>
        <pc:spChg chg="add">
          <ac:chgData name="Erjan Kho" userId="S::ekho1@lenovo.com::1e472358-c8ba-4206-92c9-d7c227e16e78" providerId="AD" clId="Web-{4DB80696-6E6E-5AAE-AD6B-FE83B77313D7}" dt="2026-10-08T03:32:48.535" v="92"/>
          <ac:spMkLst>
            <pc:docMk/>
            <pc:sldMk cId="1904453651" sldId="277"/>
            <ac:spMk id="10" creationId="{A675D71D-0994-C189-1B5D-1C903636983F}"/>
          </ac:spMkLst>
        </pc:spChg>
        <pc:spChg chg="add">
          <ac:chgData name="Erjan Kho" userId="S::ekho1@lenovo.com::1e472358-c8ba-4206-92c9-d7c227e16e78" providerId="AD" clId="Web-{4DB80696-6E6E-5AAE-AD6B-FE83B77313D7}" dt="2026-10-08T03:32:48.550" v="93"/>
          <ac:spMkLst>
            <pc:docMk/>
            <pc:sldMk cId="1904453651" sldId="277"/>
            <ac:spMk id="12" creationId="{0AACDB88-466A-9855-8834-0AB2AE0D7414}"/>
          </ac:spMkLst>
        </pc:spChg>
        <pc:spChg chg="add">
          <ac:chgData name="Erjan Kho" userId="S::ekho1@lenovo.com::1e472358-c8ba-4206-92c9-d7c227e16e78" providerId="AD" clId="Web-{4DB80696-6E6E-5AAE-AD6B-FE83B77313D7}" dt="2026-10-08T03:32:48.566" v="94"/>
          <ac:spMkLst>
            <pc:docMk/>
            <pc:sldMk cId="1904453651" sldId="277"/>
            <ac:spMk id="14" creationId="{A8BA94BB-0B05-E3F7-67DE-1BC0F43FE5F6}"/>
          </ac:spMkLst>
        </pc:spChg>
        <pc:spChg chg="add">
          <ac:chgData name="Erjan Kho" userId="S::ekho1@lenovo.com::1e472358-c8ba-4206-92c9-d7c227e16e78" providerId="AD" clId="Web-{4DB80696-6E6E-5AAE-AD6B-FE83B77313D7}" dt="2026-10-08T03:32:48.582" v="95"/>
          <ac:spMkLst>
            <pc:docMk/>
            <pc:sldMk cId="1904453651" sldId="277"/>
            <ac:spMk id="16" creationId="{E65E305B-FE0D-10EF-DE1D-1BC8933668B1}"/>
          </ac:spMkLst>
        </pc:spChg>
        <pc:spChg chg="add">
          <ac:chgData name="Erjan Kho" userId="S::ekho1@lenovo.com::1e472358-c8ba-4206-92c9-d7c227e16e78" providerId="AD" clId="Web-{4DB80696-6E6E-5AAE-AD6B-FE83B77313D7}" dt="2026-10-08T03:32:48.597" v="96"/>
          <ac:spMkLst>
            <pc:docMk/>
            <pc:sldMk cId="1904453651" sldId="277"/>
            <ac:spMk id="18" creationId="{FC9DE68E-D893-971A-0864-5BE1FF3A9B5D}"/>
          </ac:spMkLst>
        </pc:spChg>
        <pc:spChg chg="add">
          <ac:chgData name="Erjan Kho" userId="S::ekho1@lenovo.com::1e472358-c8ba-4206-92c9-d7c227e16e78" providerId="AD" clId="Web-{4DB80696-6E6E-5AAE-AD6B-FE83B77313D7}" dt="2026-10-08T03:32:48.613" v="97"/>
          <ac:spMkLst>
            <pc:docMk/>
            <pc:sldMk cId="1904453651" sldId="277"/>
            <ac:spMk id="20" creationId="{970BD4C9-FC67-A753-4E62-DE7804B6B89B}"/>
          </ac:spMkLst>
        </pc:spChg>
        <pc:spChg chg="add">
          <ac:chgData name="Erjan Kho" userId="S::ekho1@lenovo.com::1e472358-c8ba-4206-92c9-d7c227e16e78" providerId="AD" clId="Web-{4DB80696-6E6E-5AAE-AD6B-FE83B77313D7}" dt="2026-10-08T03:32:48.629" v="98"/>
          <ac:spMkLst>
            <pc:docMk/>
            <pc:sldMk cId="1904453651" sldId="277"/>
            <ac:spMk id="22" creationId="{418E0D99-025C-710F-0F44-EE52E2C99390}"/>
          </ac:spMkLst>
        </pc:spChg>
        <pc:spChg chg="add">
          <ac:chgData name="Erjan Kho" userId="S::ekho1@lenovo.com::1e472358-c8ba-4206-92c9-d7c227e16e78" providerId="AD" clId="Web-{4DB80696-6E6E-5AAE-AD6B-FE83B77313D7}" dt="2026-10-08T03:32:48.644" v="99"/>
          <ac:spMkLst>
            <pc:docMk/>
            <pc:sldMk cId="1904453651" sldId="277"/>
            <ac:spMk id="24" creationId="{34B01579-7650-EF24-B5A3-05AAFA7A1B47}"/>
          </ac:spMkLst>
        </pc:spChg>
        <pc:spChg chg="add">
          <ac:chgData name="Erjan Kho" userId="S::ekho1@lenovo.com::1e472358-c8ba-4206-92c9-d7c227e16e78" providerId="AD" clId="Web-{4DB80696-6E6E-5AAE-AD6B-FE83B77313D7}" dt="2026-10-08T03:32:48.675" v="100"/>
          <ac:spMkLst>
            <pc:docMk/>
            <pc:sldMk cId="1904453651" sldId="277"/>
            <ac:spMk id="26" creationId="{14BE5035-384D-BFB4-F2AE-8413AC8B2BBC}"/>
          </ac:spMkLst>
        </pc:spChg>
        <pc:spChg chg="add">
          <ac:chgData name="Erjan Kho" userId="S::ekho1@lenovo.com::1e472358-c8ba-4206-92c9-d7c227e16e78" providerId="AD" clId="Web-{4DB80696-6E6E-5AAE-AD6B-FE83B77313D7}" dt="2026-10-08T03:32:48.707" v="101"/>
          <ac:spMkLst>
            <pc:docMk/>
            <pc:sldMk cId="1904453651" sldId="277"/>
            <ac:spMk id="28" creationId="{D0D37F95-88BD-507A-9835-D72980455F63}"/>
          </ac:spMkLst>
        </pc:spChg>
        <pc:spChg chg="add">
          <ac:chgData name="Erjan Kho" userId="S::ekho1@lenovo.com::1e472358-c8ba-4206-92c9-d7c227e16e78" providerId="AD" clId="Web-{4DB80696-6E6E-5AAE-AD6B-FE83B77313D7}" dt="2026-10-08T03:32:48.738" v="102"/>
          <ac:spMkLst>
            <pc:docMk/>
            <pc:sldMk cId="1904453651" sldId="277"/>
            <ac:spMk id="30" creationId="{6D182D22-396F-2CB3-6D99-335C5505E9DD}"/>
          </ac:spMkLst>
        </pc:spChg>
        <pc:spChg chg="add">
          <ac:chgData name="Erjan Kho" userId="S::ekho1@lenovo.com::1e472358-c8ba-4206-92c9-d7c227e16e78" providerId="AD" clId="Web-{4DB80696-6E6E-5AAE-AD6B-FE83B77313D7}" dt="2026-10-08T03:32:48.769" v="103"/>
          <ac:spMkLst>
            <pc:docMk/>
            <pc:sldMk cId="1904453651" sldId="277"/>
            <ac:spMk id="32" creationId="{79BF931A-486E-9CEC-B280-9B4A0338C151}"/>
          </ac:spMkLst>
        </pc:spChg>
        <pc:spChg chg="add">
          <ac:chgData name="Erjan Kho" userId="S::ekho1@lenovo.com::1e472358-c8ba-4206-92c9-d7c227e16e78" providerId="AD" clId="Web-{4DB80696-6E6E-5AAE-AD6B-FE83B77313D7}" dt="2026-10-08T03:32:48.816" v="104"/>
          <ac:spMkLst>
            <pc:docMk/>
            <pc:sldMk cId="1904453651" sldId="277"/>
            <ac:spMk id="34" creationId="{1C723AB4-E71D-F16B-4E73-E2BF1234E5F0}"/>
          </ac:spMkLst>
        </pc:spChg>
        <pc:spChg chg="add">
          <ac:chgData name="Erjan Kho" userId="S::ekho1@lenovo.com::1e472358-c8ba-4206-92c9-d7c227e16e78" providerId="AD" clId="Web-{4DB80696-6E6E-5AAE-AD6B-FE83B77313D7}" dt="2026-10-08T03:32:48.832" v="105"/>
          <ac:spMkLst>
            <pc:docMk/>
            <pc:sldMk cId="1904453651" sldId="277"/>
            <ac:spMk id="36" creationId="{2212CC97-1844-04D0-170B-94D90F6AB684}"/>
          </ac:spMkLst>
        </pc:spChg>
        <pc:spChg chg="add">
          <ac:chgData name="Erjan Kho" userId="S::ekho1@lenovo.com::1e472358-c8ba-4206-92c9-d7c227e16e78" providerId="AD" clId="Web-{4DB80696-6E6E-5AAE-AD6B-FE83B77313D7}" dt="2026-10-08T03:32:48.879" v="106"/>
          <ac:spMkLst>
            <pc:docMk/>
            <pc:sldMk cId="1904453651" sldId="277"/>
            <ac:spMk id="38" creationId="{14A8E6CE-B829-C83B-DF3C-F2D146E5AD98}"/>
          </ac:spMkLst>
        </pc:spChg>
        <pc:spChg chg="add">
          <ac:chgData name="Erjan Kho" userId="S::ekho1@lenovo.com::1e472358-c8ba-4206-92c9-d7c227e16e78" providerId="AD" clId="Web-{4DB80696-6E6E-5AAE-AD6B-FE83B77313D7}" dt="2026-10-08T03:32:48.910" v="107"/>
          <ac:spMkLst>
            <pc:docMk/>
            <pc:sldMk cId="1904453651" sldId="277"/>
            <ac:spMk id="40" creationId="{20F91A7D-39AC-41A7-F7AB-D3EB878649F3}"/>
          </ac:spMkLst>
        </pc:spChg>
        <pc:spChg chg="add">
          <ac:chgData name="Erjan Kho" userId="S::ekho1@lenovo.com::1e472358-c8ba-4206-92c9-d7c227e16e78" providerId="AD" clId="Web-{4DB80696-6E6E-5AAE-AD6B-FE83B77313D7}" dt="2026-10-08T03:32:48.941" v="108"/>
          <ac:spMkLst>
            <pc:docMk/>
            <pc:sldMk cId="1904453651" sldId="277"/>
            <ac:spMk id="42" creationId="{A6D5876C-2070-FB51-1E35-276D781B7786}"/>
          </ac:spMkLst>
        </pc:spChg>
        <pc:spChg chg="add">
          <ac:chgData name="Erjan Kho" userId="S::ekho1@lenovo.com::1e472358-c8ba-4206-92c9-d7c227e16e78" providerId="AD" clId="Web-{4DB80696-6E6E-5AAE-AD6B-FE83B77313D7}" dt="2026-10-08T03:32:48.972" v="109"/>
          <ac:spMkLst>
            <pc:docMk/>
            <pc:sldMk cId="1904453651" sldId="277"/>
            <ac:spMk id="44" creationId="{0CB8E7AB-0447-4D48-38A9-57FDC661E138}"/>
          </ac:spMkLst>
        </pc:spChg>
        <pc:spChg chg="add">
          <ac:chgData name="Erjan Kho" userId="S::ekho1@lenovo.com::1e472358-c8ba-4206-92c9-d7c227e16e78" providerId="AD" clId="Web-{4DB80696-6E6E-5AAE-AD6B-FE83B77313D7}" dt="2026-10-08T03:32:49.004" v="110"/>
          <ac:spMkLst>
            <pc:docMk/>
            <pc:sldMk cId="1904453651" sldId="277"/>
            <ac:spMk id="46" creationId="{03E14902-E783-7A61-5F68-6747A668214E}"/>
          </ac:spMkLst>
        </pc:spChg>
      </pc:sldChg>
      <pc:sldChg chg="ord">
        <pc:chgData name="Erjan Kho" userId="S::ekho1@lenovo.com::1e472358-c8ba-4206-92c9-d7c227e16e78" providerId="AD" clId="Web-{4DB80696-6E6E-5AAE-AD6B-FE83B77313D7}" dt="2026-10-08T03:38:12.109" v="148"/>
        <pc:sldMkLst>
          <pc:docMk/>
          <pc:sldMk cId="714993948" sldId="286"/>
        </pc:sldMkLst>
      </pc:sldChg>
      <pc:sldChg chg="addSp delSp modSp add del modNotes">
        <pc:chgData name="Erjan Kho" userId="S::ekho1@lenovo.com::1e472358-c8ba-4206-92c9-d7c227e16e78" providerId="AD" clId="Web-{4DB80696-6E6E-5AAE-AD6B-FE83B77313D7}" dt="2026-10-08T03:25:59.114" v="88" actId="14100"/>
        <pc:sldMkLst>
          <pc:docMk/>
          <pc:sldMk cId="0" sldId="289"/>
        </pc:sldMkLst>
        <pc:spChg chg="mod">
          <ac:chgData name="Erjan Kho" userId="S::ekho1@lenovo.com::1e472358-c8ba-4206-92c9-d7c227e16e78" providerId="AD" clId="Web-{4DB80696-6E6E-5AAE-AD6B-FE83B77313D7}" dt="2026-10-08T02:40:35.781" v="17" actId="1076"/>
          <ac:spMkLst>
            <pc:docMk/>
            <pc:sldMk cId="0" sldId="289"/>
            <ac:spMk id="3" creationId="{555C6289-56B6-9C8D-B25A-0ECA19DDE3E4}"/>
          </ac:spMkLst>
        </pc:spChg>
        <pc:picChg chg="add mod ord">
          <ac:chgData name="Erjan Kho" userId="S::ekho1@lenovo.com::1e472358-c8ba-4206-92c9-d7c227e16e78" providerId="AD" clId="Web-{4DB80696-6E6E-5AAE-AD6B-FE83B77313D7}" dt="2026-10-08T03:25:59.114" v="88" actId="14100"/>
          <ac:picMkLst>
            <pc:docMk/>
            <pc:sldMk cId="0" sldId="289"/>
            <ac:picMk id="34" creationId="{89ED43DC-1421-CE68-C061-4310D811F299}"/>
          </ac:picMkLst>
        </pc:picChg>
      </pc:sldChg>
      <pc:sldMasterChg chg="addSldLayout delSldLayout modSldLayout">
        <pc:chgData name="Erjan Kho" userId="S::ekho1@lenovo.com::1e472358-c8ba-4206-92c9-d7c227e16e78" providerId="AD" clId="Web-{4DB80696-6E6E-5AAE-AD6B-FE83B77313D7}" dt="2026-10-08T03:37:23.232" v="147"/>
        <pc:sldMasterMkLst>
          <pc:docMk/>
          <pc:sldMasterMk cId="0" sldId="2147483648"/>
        </pc:sldMasterMkLst>
      </pc:sldMasterChg>
    </pc:docChg>
  </pc:docChgLst>
  <pc:docChgLst>
    <pc:chgData name="Erjan Kho" userId="S::ekho1@lenovo.com::1e472358-c8ba-4206-92c9-d7c227e16e78" providerId="AD" clId="Web-{E310C8BD-284E-5721-E386-4AB01787FEA7}"/>
    <pc:docChg chg="addSld delSld modSld sldOrd modMainMaster modNotesMaster">
      <pc:chgData name="Erjan Kho" userId="S::ekho1@lenovo.com::1e472358-c8ba-4206-92c9-d7c227e16e78" providerId="AD" clId="Web-{E310C8BD-284E-5721-E386-4AB01787FEA7}" dt="2026-10-08T07:10:44.701" v="645"/>
      <pc:docMkLst>
        <pc:docMk/>
      </pc:docMkLst>
      <pc:sldChg chg="addSp delSp modSp add mod modClrScheme chgLayout">
        <pc:chgData name="Erjan Kho" userId="S::ekho1@lenovo.com::1e472358-c8ba-4206-92c9-d7c227e16e78" providerId="AD" clId="Web-{E310C8BD-284E-5721-E386-4AB01787FEA7}" dt="2026-10-08T06:21:03.600" v="386"/>
        <pc:sldMkLst>
          <pc:docMk/>
          <pc:sldMk cId="0" sldId="258"/>
        </pc:sldMkLst>
        <pc:spChg chg="mod">
          <ac:chgData name="Erjan Kho" userId="S::ekho1@lenovo.com::1e472358-c8ba-4206-92c9-d7c227e16e78" providerId="AD" clId="Web-{E310C8BD-284E-5721-E386-4AB01787FEA7}" dt="2026-10-08T06:21:03.600" v="386"/>
          <ac:spMkLst>
            <pc:docMk/>
            <pc:sldMk cId="0" sldId="258"/>
            <ac:spMk id="3" creationId="{00000000-0000-0000-0000-000000000000}"/>
          </ac:spMkLst>
        </pc:spChg>
        <pc:spChg chg="mod">
          <ac:chgData name="Erjan Kho" userId="S::ekho1@lenovo.com::1e472358-c8ba-4206-92c9-d7c227e16e78" providerId="AD" clId="Web-{E310C8BD-284E-5721-E386-4AB01787FEA7}" dt="2026-10-08T06:20:48.506" v="355" actId="1076"/>
          <ac:spMkLst>
            <pc:docMk/>
            <pc:sldMk cId="0" sldId="258"/>
            <ac:spMk id="4" creationId="{00000000-0000-0000-0000-000000000000}"/>
          </ac:spMkLst>
        </pc:spChg>
        <pc:spChg chg="mod">
          <ac:chgData name="Erjan Kho" userId="S::ekho1@lenovo.com::1e472358-c8ba-4206-92c9-d7c227e16e78" providerId="AD" clId="Web-{E310C8BD-284E-5721-E386-4AB01787FEA7}" dt="2026-10-08T06:20:48.537" v="356" actId="1076"/>
          <ac:spMkLst>
            <pc:docMk/>
            <pc:sldMk cId="0" sldId="258"/>
            <ac:spMk id="6" creationId="{00000000-0000-0000-0000-000000000000}"/>
          </ac:spMkLst>
        </pc:spChg>
        <pc:spChg chg="mod">
          <ac:chgData name="Erjan Kho" userId="S::ekho1@lenovo.com::1e472358-c8ba-4206-92c9-d7c227e16e78" providerId="AD" clId="Web-{E310C8BD-284E-5721-E386-4AB01787FEA7}" dt="2026-10-08T06:20:48.552" v="357" actId="1076"/>
          <ac:spMkLst>
            <pc:docMk/>
            <pc:sldMk cId="0" sldId="258"/>
            <ac:spMk id="7" creationId="{00000000-0000-0000-0000-000000000000}"/>
          </ac:spMkLst>
        </pc:spChg>
        <pc:spChg chg="mod">
          <ac:chgData name="Erjan Kho" userId="S::ekho1@lenovo.com::1e472358-c8ba-4206-92c9-d7c227e16e78" providerId="AD" clId="Web-{E310C8BD-284E-5721-E386-4AB01787FEA7}" dt="2026-10-08T06:20:48.584" v="358" actId="1076"/>
          <ac:spMkLst>
            <pc:docMk/>
            <pc:sldMk cId="0" sldId="258"/>
            <ac:spMk id="8" creationId="{00000000-0000-0000-0000-000000000000}"/>
          </ac:spMkLst>
        </pc:spChg>
        <pc:spChg chg="mod">
          <ac:chgData name="Erjan Kho" userId="S::ekho1@lenovo.com::1e472358-c8ba-4206-92c9-d7c227e16e78" providerId="AD" clId="Web-{E310C8BD-284E-5721-E386-4AB01787FEA7}" dt="2026-10-08T06:20:48.615" v="359" actId="1076"/>
          <ac:spMkLst>
            <pc:docMk/>
            <pc:sldMk cId="0" sldId="258"/>
            <ac:spMk id="9" creationId="{00000000-0000-0000-0000-000000000000}"/>
          </ac:spMkLst>
        </pc:spChg>
        <pc:spChg chg="mod">
          <ac:chgData name="Erjan Kho" userId="S::ekho1@lenovo.com::1e472358-c8ba-4206-92c9-d7c227e16e78" providerId="AD" clId="Web-{E310C8BD-284E-5721-E386-4AB01787FEA7}" dt="2026-10-08T06:20:48.646" v="360" actId="1076"/>
          <ac:spMkLst>
            <pc:docMk/>
            <pc:sldMk cId="0" sldId="258"/>
            <ac:spMk id="10" creationId="{00000000-0000-0000-0000-000000000000}"/>
          </ac:spMkLst>
        </pc:spChg>
        <pc:spChg chg="mod">
          <ac:chgData name="Erjan Kho" userId="S::ekho1@lenovo.com::1e472358-c8ba-4206-92c9-d7c227e16e78" providerId="AD" clId="Web-{E310C8BD-284E-5721-E386-4AB01787FEA7}" dt="2026-10-08T06:20:48.662" v="361" actId="1076"/>
          <ac:spMkLst>
            <pc:docMk/>
            <pc:sldMk cId="0" sldId="258"/>
            <ac:spMk id="11" creationId="{00000000-0000-0000-0000-000000000000}"/>
          </ac:spMkLst>
        </pc:spChg>
        <pc:spChg chg="mod">
          <ac:chgData name="Erjan Kho" userId="S::ekho1@lenovo.com::1e472358-c8ba-4206-92c9-d7c227e16e78" providerId="AD" clId="Web-{E310C8BD-284E-5721-E386-4AB01787FEA7}" dt="2026-10-08T06:20:48.693" v="362" actId="1076"/>
          <ac:spMkLst>
            <pc:docMk/>
            <pc:sldMk cId="0" sldId="258"/>
            <ac:spMk id="12" creationId="{00000000-0000-0000-0000-000000000000}"/>
          </ac:spMkLst>
        </pc:spChg>
        <pc:spChg chg="mod">
          <ac:chgData name="Erjan Kho" userId="S::ekho1@lenovo.com::1e472358-c8ba-4206-92c9-d7c227e16e78" providerId="AD" clId="Web-{E310C8BD-284E-5721-E386-4AB01787FEA7}" dt="2026-10-08T06:20:48.709" v="363" actId="1076"/>
          <ac:spMkLst>
            <pc:docMk/>
            <pc:sldMk cId="0" sldId="258"/>
            <ac:spMk id="13" creationId="{00000000-0000-0000-0000-000000000000}"/>
          </ac:spMkLst>
        </pc:spChg>
        <pc:spChg chg="mod">
          <ac:chgData name="Erjan Kho" userId="S::ekho1@lenovo.com::1e472358-c8ba-4206-92c9-d7c227e16e78" providerId="AD" clId="Web-{E310C8BD-284E-5721-E386-4AB01787FEA7}" dt="2026-10-08T06:20:48.740" v="364" actId="1076"/>
          <ac:spMkLst>
            <pc:docMk/>
            <pc:sldMk cId="0" sldId="258"/>
            <ac:spMk id="14" creationId="{00000000-0000-0000-0000-000000000000}"/>
          </ac:spMkLst>
        </pc:spChg>
        <pc:spChg chg="mod">
          <ac:chgData name="Erjan Kho" userId="S::ekho1@lenovo.com::1e472358-c8ba-4206-92c9-d7c227e16e78" providerId="AD" clId="Web-{E310C8BD-284E-5721-E386-4AB01787FEA7}" dt="2026-10-08T06:20:48.771" v="365" actId="1076"/>
          <ac:spMkLst>
            <pc:docMk/>
            <pc:sldMk cId="0" sldId="258"/>
            <ac:spMk id="15" creationId="{00000000-0000-0000-0000-000000000000}"/>
          </ac:spMkLst>
        </pc:spChg>
        <pc:spChg chg="mod">
          <ac:chgData name="Erjan Kho" userId="S::ekho1@lenovo.com::1e472358-c8ba-4206-92c9-d7c227e16e78" providerId="AD" clId="Web-{E310C8BD-284E-5721-E386-4AB01787FEA7}" dt="2026-10-08T06:20:48.818" v="366" actId="1076"/>
          <ac:spMkLst>
            <pc:docMk/>
            <pc:sldMk cId="0" sldId="258"/>
            <ac:spMk id="16" creationId="{00000000-0000-0000-0000-000000000000}"/>
          </ac:spMkLst>
        </pc:spChg>
        <pc:spChg chg="mod">
          <ac:chgData name="Erjan Kho" userId="S::ekho1@lenovo.com::1e472358-c8ba-4206-92c9-d7c227e16e78" providerId="AD" clId="Web-{E310C8BD-284E-5721-E386-4AB01787FEA7}" dt="2026-10-08T06:20:48.849" v="367" actId="1076"/>
          <ac:spMkLst>
            <pc:docMk/>
            <pc:sldMk cId="0" sldId="258"/>
            <ac:spMk id="17" creationId="{00000000-0000-0000-0000-000000000000}"/>
          </ac:spMkLst>
        </pc:spChg>
        <pc:spChg chg="mod ord">
          <ac:chgData name="Erjan Kho" userId="S::ekho1@lenovo.com::1e472358-c8ba-4206-92c9-d7c227e16e78" providerId="AD" clId="Web-{E310C8BD-284E-5721-E386-4AB01787FEA7}" dt="2026-10-08T06:20:48.474" v="354" actId="1076"/>
          <ac:spMkLst>
            <pc:docMk/>
            <pc:sldMk cId="0" sldId="258"/>
            <ac:spMk id="18" creationId="{00000000-0000-0000-0000-000000000000}"/>
          </ac:spMkLst>
        </pc:spChg>
        <pc:spChg chg="mod">
          <ac:chgData name="Erjan Kho" userId="S::ekho1@lenovo.com::1e472358-c8ba-4206-92c9-d7c227e16e78" providerId="AD" clId="Web-{E310C8BD-284E-5721-E386-4AB01787FEA7}" dt="2026-10-08T06:20:48.865" v="368" actId="1076"/>
          <ac:spMkLst>
            <pc:docMk/>
            <pc:sldMk cId="0" sldId="258"/>
            <ac:spMk id="20" creationId="{00000000-0000-0000-0000-000000000000}"/>
          </ac:spMkLst>
        </pc:spChg>
        <pc:spChg chg="mod topLvl">
          <ac:chgData name="Erjan Kho" userId="S::ekho1@lenovo.com::1e472358-c8ba-4206-92c9-d7c227e16e78" providerId="AD" clId="Web-{E310C8BD-284E-5721-E386-4AB01787FEA7}" dt="2026-10-08T06:20:48.896" v="369" actId="1076"/>
          <ac:spMkLst>
            <pc:docMk/>
            <pc:sldMk cId="0" sldId="258"/>
            <ac:spMk id="21" creationId="{00000000-0000-0000-0000-000000000000}"/>
          </ac:spMkLst>
        </pc:spChg>
        <pc:spChg chg="mod">
          <ac:chgData name="Erjan Kho" userId="S::ekho1@lenovo.com::1e472358-c8ba-4206-92c9-d7c227e16e78" providerId="AD" clId="Web-{E310C8BD-284E-5721-E386-4AB01787FEA7}" dt="2026-10-08T06:20:48.928" v="370" actId="1076"/>
          <ac:spMkLst>
            <pc:docMk/>
            <pc:sldMk cId="0" sldId="258"/>
            <ac:spMk id="22" creationId="{00000000-0000-0000-0000-000000000000}"/>
          </ac:spMkLst>
        </pc:spChg>
        <pc:spChg chg="mod">
          <ac:chgData name="Erjan Kho" userId="S::ekho1@lenovo.com::1e472358-c8ba-4206-92c9-d7c227e16e78" providerId="AD" clId="Web-{E310C8BD-284E-5721-E386-4AB01787FEA7}" dt="2026-10-08T06:20:48.959" v="371" actId="1076"/>
          <ac:spMkLst>
            <pc:docMk/>
            <pc:sldMk cId="0" sldId="258"/>
            <ac:spMk id="23" creationId="{00000000-0000-0000-0000-000000000000}"/>
          </ac:spMkLst>
        </pc:spChg>
        <pc:spChg chg="mod">
          <ac:chgData name="Erjan Kho" userId="S::ekho1@lenovo.com::1e472358-c8ba-4206-92c9-d7c227e16e78" providerId="AD" clId="Web-{E310C8BD-284E-5721-E386-4AB01787FEA7}" dt="2026-10-08T06:20:48.990" v="372" actId="1076"/>
          <ac:spMkLst>
            <pc:docMk/>
            <pc:sldMk cId="0" sldId="258"/>
            <ac:spMk id="24" creationId="{00000000-0000-0000-0000-000000000000}"/>
          </ac:spMkLst>
        </pc:spChg>
        <pc:spChg chg="mod topLvl">
          <ac:chgData name="Erjan Kho" userId="S::ekho1@lenovo.com::1e472358-c8ba-4206-92c9-d7c227e16e78" providerId="AD" clId="Web-{E310C8BD-284E-5721-E386-4AB01787FEA7}" dt="2026-10-08T06:20:49.021" v="373" actId="1076"/>
          <ac:spMkLst>
            <pc:docMk/>
            <pc:sldMk cId="0" sldId="258"/>
            <ac:spMk id="25" creationId="{00000000-0000-0000-0000-000000000000}"/>
          </ac:spMkLst>
        </pc:spChg>
        <pc:spChg chg="mod topLvl">
          <ac:chgData name="Erjan Kho" userId="S::ekho1@lenovo.com::1e472358-c8ba-4206-92c9-d7c227e16e78" providerId="AD" clId="Web-{E310C8BD-284E-5721-E386-4AB01787FEA7}" dt="2026-10-08T06:20:49.053" v="374" actId="1076"/>
          <ac:spMkLst>
            <pc:docMk/>
            <pc:sldMk cId="0" sldId="258"/>
            <ac:spMk id="26" creationId="{00000000-0000-0000-0000-000000000000}"/>
          </ac:spMkLst>
        </pc:spChg>
        <pc:spChg chg="mod">
          <ac:chgData name="Erjan Kho" userId="S::ekho1@lenovo.com::1e472358-c8ba-4206-92c9-d7c227e16e78" providerId="AD" clId="Web-{E310C8BD-284E-5721-E386-4AB01787FEA7}" dt="2026-10-08T06:20:49.084" v="375" actId="1076"/>
          <ac:spMkLst>
            <pc:docMk/>
            <pc:sldMk cId="0" sldId="258"/>
            <ac:spMk id="27" creationId="{00000000-0000-0000-0000-000000000000}"/>
          </ac:spMkLst>
        </pc:spChg>
        <pc:spChg chg="mod topLvl">
          <ac:chgData name="Erjan Kho" userId="S::ekho1@lenovo.com::1e472358-c8ba-4206-92c9-d7c227e16e78" providerId="AD" clId="Web-{E310C8BD-284E-5721-E386-4AB01787FEA7}" dt="2026-10-08T06:20:49.115" v="376" actId="1076"/>
          <ac:spMkLst>
            <pc:docMk/>
            <pc:sldMk cId="0" sldId="258"/>
            <ac:spMk id="28" creationId="{00000000-0000-0000-0000-000000000000}"/>
          </ac:spMkLst>
        </pc:spChg>
        <pc:spChg chg="mod topLvl">
          <ac:chgData name="Erjan Kho" userId="S::ekho1@lenovo.com::1e472358-c8ba-4206-92c9-d7c227e16e78" providerId="AD" clId="Web-{E310C8BD-284E-5721-E386-4AB01787FEA7}" dt="2026-10-08T06:20:49.146" v="377" actId="1076"/>
          <ac:spMkLst>
            <pc:docMk/>
            <pc:sldMk cId="0" sldId="258"/>
            <ac:spMk id="29" creationId="{00000000-0000-0000-0000-000000000000}"/>
          </ac:spMkLst>
        </pc:spChg>
        <pc:spChg chg="mod topLvl">
          <ac:chgData name="Erjan Kho" userId="S::ekho1@lenovo.com::1e472358-c8ba-4206-92c9-d7c227e16e78" providerId="AD" clId="Web-{E310C8BD-284E-5721-E386-4AB01787FEA7}" dt="2026-10-08T06:20:49.162" v="378" actId="1076"/>
          <ac:spMkLst>
            <pc:docMk/>
            <pc:sldMk cId="0" sldId="258"/>
            <ac:spMk id="30" creationId="{00000000-0000-0000-0000-000000000000}"/>
          </ac:spMkLst>
        </pc:spChg>
        <pc:spChg chg="mod topLvl">
          <ac:chgData name="Erjan Kho" userId="S::ekho1@lenovo.com::1e472358-c8ba-4206-92c9-d7c227e16e78" providerId="AD" clId="Web-{E310C8BD-284E-5721-E386-4AB01787FEA7}" dt="2026-10-08T06:20:49.193" v="379" actId="1076"/>
          <ac:spMkLst>
            <pc:docMk/>
            <pc:sldMk cId="0" sldId="258"/>
            <ac:spMk id="31" creationId="{00000000-0000-0000-0000-000000000000}"/>
          </ac:spMkLst>
        </pc:spChg>
        <pc:spChg chg="mod topLvl">
          <ac:chgData name="Erjan Kho" userId="S::ekho1@lenovo.com::1e472358-c8ba-4206-92c9-d7c227e16e78" providerId="AD" clId="Web-{E310C8BD-284E-5721-E386-4AB01787FEA7}" dt="2026-10-08T06:20:49.224" v="380" actId="1076"/>
          <ac:spMkLst>
            <pc:docMk/>
            <pc:sldMk cId="0" sldId="258"/>
            <ac:spMk id="32" creationId="{00000000-0000-0000-0000-000000000000}"/>
          </ac:spMkLst>
        </pc:spChg>
        <pc:spChg chg="mod topLvl">
          <ac:chgData name="Erjan Kho" userId="S::ekho1@lenovo.com::1e472358-c8ba-4206-92c9-d7c227e16e78" providerId="AD" clId="Web-{E310C8BD-284E-5721-E386-4AB01787FEA7}" dt="2026-10-08T06:20:49.256" v="381" actId="1076"/>
          <ac:spMkLst>
            <pc:docMk/>
            <pc:sldMk cId="0" sldId="258"/>
            <ac:spMk id="33" creationId="{00000000-0000-0000-0000-000000000000}"/>
          </ac:spMkLst>
        </pc:spChg>
        <pc:spChg chg="mod topLvl">
          <ac:chgData name="Erjan Kho" userId="S::ekho1@lenovo.com::1e472358-c8ba-4206-92c9-d7c227e16e78" providerId="AD" clId="Web-{E310C8BD-284E-5721-E386-4AB01787FEA7}" dt="2026-10-08T06:20:49.287" v="382" actId="1076"/>
          <ac:spMkLst>
            <pc:docMk/>
            <pc:sldMk cId="0" sldId="258"/>
            <ac:spMk id="34" creationId="{00000000-0000-0000-0000-000000000000}"/>
          </ac:spMkLst>
        </pc:spChg>
        <pc:spChg chg="mod">
          <ac:chgData name="Erjan Kho" userId="S::ekho1@lenovo.com::1e472358-c8ba-4206-92c9-d7c227e16e78" providerId="AD" clId="Web-{E310C8BD-284E-5721-E386-4AB01787FEA7}" dt="2026-10-08T06:20:52.521" v="383" actId="1076"/>
          <ac:spMkLst>
            <pc:docMk/>
            <pc:sldMk cId="0" sldId="258"/>
            <ac:spMk id="35" creationId="{00000000-0000-0000-0000-000000000000}"/>
          </ac:spMkLst>
        </pc:spChg>
        <pc:spChg chg="mod ord">
          <ac:chgData name="Erjan Kho" userId="S::ekho1@lenovo.com::1e472358-c8ba-4206-92c9-d7c227e16e78" providerId="AD" clId="Web-{E310C8BD-284E-5721-E386-4AB01787FEA7}" dt="2026-10-08T06:07:38.334" v="191"/>
          <ac:spMkLst>
            <pc:docMk/>
            <pc:sldMk cId="0" sldId="258"/>
            <ac:spMk id="36" creationId="{00000000-0000-0000-0000-000000000000}"/>
          </ac:spMkLst>
        </pc:spChg>
        <pc:spChg chg="add mod ord">
          <ac:chgData name="Erjan Kho" userId="S::ekho1@lenovo.com::1e472358-c8ba-4206-92c9-d7c227e16e78" providerId="AD" clId="Web-{E310C8BD-284E-5721-E386-4AB01787FEA7}" dt="2026-10-08T06:08:35.665" v="202" actId="20577"/>
          <ac:spMkLst>
            <pc:docMk/>
            <pc:sldMk cId="0" sldId="258"/>
            <ac:spMk id="37" creationId="{6D495346-37D4-441C-9DD6-CD1803937EA0}"/>
          </ac:spMkLst>
        </pc:spChg>
        <pc:spChg chg="add mod">
          <ac:chgData name="Erjan Kho" userId="S::ekho1@lenovo.com::1e472358-c8ba-4206-92c9-d7c227e16e78" providerId="AD" clId="Web-{E310C8BD-284E-5721-E386-4AB01787FEA7}" dt="2026-10-08T06:20:26.161" v="350" actId="14100"/>
          <ac:spMkLst>
            <pc:docMk/>
            <pc:sldMk cId="0" sldId="258"/>
            <ac:spMk id="39" creationId="{43E8799F-BD26-D531-8F53-687E093987BF}"/>
          </ac:spMkLst>
        </pc:spChg>
      </pc:sldChg>
      <pc:sldChg chg="modSp">
        <pc:chgData name="Erjan Kho" userId="S::ekho1@lenovo.com::1e472358-c8ba-4206-92c9-d7c227e16e78" providerId="AD" clId="Web-{E310C8BD-284E-5721-E386-4AB01787FEA7}" dt="2026-10-08T06:26:16.534" v="402"/>
        <pc:sldMkLst>
          <pc:docMk/>
          <pc:sldMk cId="1904453651" sldId="277"/>
        </pc:sldMkLst>
        <pc:spChg chg="mod">
          <ac:chgData name="Erjan Kho" userId="S::ekho1@lenovo.com::1e472358-c8ba-4206-92c9-d7c227e16e78" providerId="AD" clId="Web-{E310C8BD-284E-5721-E386-4AB01787FEA7}" dt="2026-10-08T03:41:03.571" v="45" actId="20577"/>
          <ac:spMkLst>
            <pc:docMk/>
            <pc:sldMk cId="1904453651" sldId="277"/>
            <ac:spMk id="4" creationId="{FFACDA3B-C760-088E-A416-6EE66B3507C7}"/>
          </ac:spMkLst>
        </pc:spChg>
        <pc:spChg chg="mod">
          <ac:chgData name="Erjan Kho" userId="S::ekho1@lenovo.com::1e472358-c8ba-4206-92c9-d7c227e16e78" providerId="AD" clId="Web-{E310C8BD-284E-5721-E386-4AB01787FEA7}" dt="2026-10-08T03:40:44.523" v="3" actId="1076"/>
          <ac:spMkLst>
            <pc:docMk/>
            <pc:sldMk cId="1904453651" sldId="277"/>
            <ac:spMk id="6" creationId="{B1E13506-686F-1458-291E-C4EB263867B1}"/>
          </ac:spMkLst>
        </pc:spChg>
        <pc:spChg chg="mod">
          <ac:chgData name="Erjan Kho" userId="S::ekho1@lenovo.com::1e472358-c8ba-4206-92c9-d7c227e16e78" providerId="AD" clId="Web-{E310C8BD-284E-5721-E386-4AB01787FEA7}" dt="2026-10-08T03:40:44.539" v="4" actId="1076"/>
          <ac:spMkLst>
            <pc:docMk/>
            <pc:sldMk cId="1904453651" sldId="277"/>
            <ac:spMk id="8" creationId="{24D23EB5-203B-E870-E8AC-C79F8217865B}"/>
          </ac:spMkLst>
        </pc:spChg>
        <pc:spChg chg="mod">
          <ac:chgData name="Erjan Kho" userId="S::ekho1@lenovo.com::1e472358-c8ba-4206-92c9-d7c227e16e78" providerId="AD" clId="Web-{E310C8BD-284E-5721-E386-4AB01787FEA7}" dt="2026-10-08T03:40:44.570" v="5" actId="1076"/>
          <ac:spMkLst>
            <pc:docMk/>
            <pc:sldMk cId="1904453651" sldId="277"/>
            <ac:spMk id="10" creationId="{A675D71D-0994-C189-1B5D-1C903636983F}"/>
          </ac:spMkLst>
        </pc:spChg>
        <pc:spChg chg="mod">
          <ac:chgData name="Erjan Kho" userId="S::ekho1@lenovo.com::1e472358-c8ba-4206-92c9-d7c227e16e78" providerId="AD" clId="Web-{E310C8BD-284E-5721-E386-4AB01787FEA7}" dt="2026-10-08T03:40:44.602" v="6" actId="1076"/>
          <ac:spMkLst>
            <pc:docMk/>
            <pc:sldMk cId="1904453651" sldId="277"/>
            <ac:spMk id="12" creationId="{0AACDB88-466A-9855-8834-0AB2AE0D7414}"/>
          </ac:spMkLst>
        </pc:spChg>
        <pc:spChg chg="mod">
          <ac:chgData name="Erjan Kho" userId="S::ekho1@lenovo.com::1e472358-c8ba-4206-92c9-d7c227e16e78" providerId="AD" clId="Web-{E310C8BD-284E-5721-E386-4AB01787FEA7}" dt="2026-10-08T06:26:04.018" v="398"/>
          <ac:spMkLst>
            <pc:docMk/>
            <pc:sldMk cId="1904453651" sldId="277"/>
            <ac:spMk id="14" creationId="{A8BA94BB-0B05-E3F7-67DE-1BC0F43FE5F6}"/>
          </ac:spMkLst>
        </pc:spChg>
        <pc:spChg chg="mod">
          <ac:chgData name="Erjan Kho" userId="S::ekho1@lenovo.com::1e472358-c8ba-4206-92c9-d7c227e16e78" providerId="AD" clId="Web-{E310C8BD-284E-5721-E386-4AB01787FEA7}" dt="2026-10-08T03:40:44.649" v="8" actId="1076"/>
          <ac:spMkLst>
            <pc:docMk/>
            <pc:sldMk cId="1904453651" sldId="277"/>
            <ac:spMk id="16" creationId="{E65E305B-FE0D-10EF-DE1D-1BC8933668B1}"/>
          </ac:spMkLst>
        </pc:spChg>
        <pc:spChg chg="mod">
          <ac:chgData name="Erjan Kho" userId="S::ekho1@lenovo.com::1e472358-c8ba-4206-92c9-d7c227e16e78" providerId="AD" clId="Web-{E310C8BD-284E-5721-E386-4AB01787FEA7}" dt="2026-10-08T03:40:44.695" v="9" actId="1076"/>
          <ac:spMkLst>
            <pc:docMk/>
            <pc:sldMk cId="1904453651" sldId="277"/>
            <ac:spMk id="18" creationId="{FC9DE68E-D893-971A-0864-5BE1FF3A9B5D}"/>
          </ac:spMkLst>
        </pc:spChg>
        <pc:spChg chg="mod">
          <ac:chgData name="Erjan Kho" userId="S::ekho1@lenovo.com::1e472358-c8ba-4206-92c9-d7c227e16e78" providerId="AD" clId="Web-{E310C8BD-284E-5721-E386-4AB01787FEA7}" dt="2026-10-08T03:40:44.727" v="10" actId="1076"/>
          <ac:spMkLst>
            <pc:docMk/>
            <pc:sldMk cId="1904453651" sldId="277"/>
            <ac:spMk id="20" creationId="{970BD4C9-FC67-A753-4E62-DE7804B6B89B}"/>
          </ac:spMkLst>
        </pc:spChg>
        <pc:spChg chg="mod">
          <ac:chgData name="Erjan Kho" userId="S::ekho1@lenovo.com::1e472358-c8ba-4206-92c9-d7c227e16e78" providerId="AD" clId="Web-{E310C8BD-284E-5721-E386-4AB01787FEA7}" dt="2026-10-08T03:40:44.742" v="11" actId="1076"/>
          <ac:spMkLst>
            <pc:docMk/>
            <pc:sldMk cId="1904453651" sldId="277"/>
            <ac:spMk id="22" creationId="{418E0D99-025C-710F-0F44-EE52E2C99390}"/>
          </ac:spMkLst>
        </pc:spChg>
        <pc:spChg chg="mod">
          <ac:chgData name="Erjan Kho" userId="S::ekho1@lenovo.com::1e472358-c8ba-4206-92c9-d7c227e16e78" providerId="AD" clId="Web-{E310C8BD-284E-5721-E386-4AB01787FEA7}" dt="2026-10-08T03:40:44.773" v="12" actId="1076"/>
          <ac:spMkLst>
            <pc:docMk/>
            <pc:sldMk cId="1904453651" sldId="277"/>
            <ac:spMk id="24" creationId="{34B01579-7650-EF24-B5A3-05AAFA7A1B47}"/>
          </ac:spMkLst>
        </pc:spChg>
        <pc:spChg chg="mod">
          <ac:chgData name="Erjan Kho" userId="S::ekho1@lenovo.com::1e472358-c8ba-4206-92c9-d7c227e16e78" providerId="AD" clId="Web-{E310C8BD-284E-5721-E386-4AB01787FEA7}" dt="2026-10-08T03:40:44.789" v="13" actId="1076"/>
          <ac:spMkLst>
            <pc:docMk/>
            <pc:sldMk cId="1904453651" sldId="277"/>
            <ac:spMk id="26" creationId="{14BE5035-384D-BFB4-F2AE-8413AC8B2BBC}"/>
          </ac:spMkLst>
        </pc:spChg>
        <pc:spChg chg="mod">
          <ac:chgData name="Erjan Kho" userId="S::ekho1@lenovo.com::1e472358-c8ba-4206-92c9-d7c227e16e78" providerId="AD" clId="Web-{E310C8BD-284E-5721-E386-4AB01787FEA7}" dt="2026-10-08T06:26:09.784" v="400"/>
          <ac:spMkLst>
            <pc:docMk/>
            <pc:sldMk cId="1904453651" sldId="277"/>
            <ac:spMk id="28" creationId="{D0D37F95-88BD-507A-9835-D72980455F63}"/>
          </ac:spMkLst>
        </pc:spChg>
        <pc:spChg chg="mod">
          <ac:chgData name="Erjan Kho" userId="S::ekho1@lenovo.com::1e472358-c8ba-4206-92c9-d7c227e16e78" providerId="AD" clId="Web-{E310C8BD-284E-5721-E386-4AB01787FEA7}" dt="2026-10-08T03:40:44.852" v="15" actId="1076"/>
          <ac:spMkLst>
            <pc:docMk/>
            <pc:sldMk cId="1904453651" sldId="277"/>
            <ac:spMk id="30" creationId="{6D182D22-396F-2CB3-6D99-335C5505E9DD}"/>
          </ac:spMkLst>
        </pc:spChg>
        <pc:spChg chg="mod">
          <ac:chgData name="Erjan Kho" userId="S::ekho1@lenovo.com::1e472358-c8ba-4206-92c9-d7c227e16e78" providerId="AD" clId="Web-{E310C8BD-284E-5721-E386-4AB01787FEA7}" dt="2026-10-08T03:40:44.867" v="16" actId="1076"/>
          <ac:spMkLst>
            <pc:docMk/>
            <pc:sldMk cId="1904453651" sldId="277"/>
            <ac:spMk id="32" creationId="{79BF931A-486E-9CEC-B280-9B4A0338C151}"/>
          </ac:spMkLst>
        </pc:spChg>
        <pc:spChg chg="mod">
          <ac:chgData name="Erjan Kho" userId="S::ekho1@lenovo.com::1e472358-c8ba-4206-92c9-d7c227e16e78" providerId="AD" clId="Web-{E310C8BD-284E-5721-E386-4AB01787FEA7}" dt="2026-10-08T03:40:44.914" v="17" actId="1076"/>
          <ac:spMkLst>
            <pc:docMk/>
            <pc:sldMk cId="1904453651" sldId="277"/>
            <ac:spMk id="34" creationId="{1C723AB4-E71D-F16B-4E73-E2BF1234E5F0}"/>
          </ac:spMkLst>
        </pc:spChg>
        <pc:spChg chg="mod">
          <ac:chgData name="Erjan Kho" userId="S::ekho1@lenovo.com::1e472358-c8ba-4206-92c9-d7c227e16e78" providerId="AD" clId="Web-{E310C8BD-284E-5721-E386-4AB01787FEA7}" dt="2026-10-08T03:40:44.930" v="18" actId="1076"/>
          <ac:spMkLst>
            <pc:docMk/>
            <pc:sldMk cId="1904453651" sldId="277"/>
            <ac:spMk id="36" creationId="{2212CC97-1844-04D0-170B-94D90F6AB684}"/>
          </ac:spMkLst>
        </pc:spChg>
        <pc:spChg chg="mod">
          <ac:chgData name="Erjan Kho" userId="S::ekho1@lenovo.com::1e472358-c8ba-4206-92c9-d7c227e16e78" providerId="AD" clId="Web-{E310C8BD-284E-5721-E386-4AB01787FEA7}" dt="2026-10-08T03:40:44.961" v="19" actId="1076"/>
          <ac:spMkLst>
            <pc:docMk/>
            <pc:sldMk cId="1904453651" sldId="277"/>
            <ac:spMk id="38" creationId="{14A8E6CE-B829-C83B-DF3C-F2D146E5AD98}"/>
          </ac:spMkLst>
        </pc:spChg>
        <pc:spChg chg="mod">
          <ac:chgData name="Erjan Kho" userId="S::ekho1@lenovo.com::1e472358-c8ba-4206-92c9-d7c227e16e78" providerId="AD" clId="Web-{E310C8BD-284E-5721-E386-4AB01787FEA7}" dt="2026-10-08T03:40:44.977" v="20" actId="1076"/>
          <ac:spMkLst>
            <pc:docMk/>
            <pc:sldMk cId="1904453651" sldId="277"/>
            <ac:spMk id="40" creationId="{20F91A7D-39AC-41A7-F7AB-D3EB878649F3}"/>
          </ac:spMkLst>
        </pc:spChg>
        <pc:spChg chg="mod">
          <ac:chgData name="Erjan Kho" userId="S::ekho1@lenovo.com::1e472358-c8ba-4206-92c9-d7c227e16e78" providerId="AD" clId="Web-{E310C8BD-284E-5721-E386-4AB01787FEA7}" dt="2026-10-08T06:26:16.534" v="402"/>
          <ac:spMkLst>
            <pc:docMk/>
            <pc:sldMk cId="1904453651" sldId="277"/>
            <ac:spMk id="42" creationId="{A6D5876C-2070-FB51-1E35-276D781B7786}"/>
          </ac:spMkLst>
        </pc:spChg>
        <pc:spChg chg="mod">
          <ac:chgData name="Erjan Kho" userId="S::ekho1@lenovo.com::1e472358-c8ba-4206-92c9-d7c227e16e78" providerId="AD" clId="Web-{E310C8BD-284E-5721-E386-4AB01787FEA7}" dt="2026-10-08T03:40:45.023" v="22" actId="1076"/>
          <ac:spMkLst>
            <pc:docMk/>
            <pc:sldMk cId="1904453651" sldId="277"/>
            <ac:spMk id="44" creationId="{0CB8E7AB-0447-4D48-38A9-57FDC661E138}"/>
          </ac:spMkLst>
        </pc:spChg>
        <pc:spChg chg="mod">
          <ac:chgData name="Erjan Kho" userId="S::ekho1@lenovo.com::1e472358-c8ba-4206-92c9-d7c227e16e78" providerId="AD" clId="Web-{E310C8BD-284E-5721-E386-4AB01787FEA7}" dt="2026-10-08T03:40:45.055" v="23" actId="1076"/>
          <ac:spMkLst>
            <pc:docMk/>
            <pc:sldMk cId="1904453651" sldId="277"/>
            <ac:spMk id="46" creationId="{03E14902-E783-7A61-5F68-6747A668214E}"/>
          </ac:spMkLst>
        </pc:spChg>
      </pc:sldChg>
      <pc:sldChg chg="modSp">
        <pc:chgData name="Erjan Kho" userId="S::ekho1@lenovo.com::1e472358-c8ba-4206-92c9-d7c227e16e78" providerId="AD" clId="Web-{E310C8BD-284E-5721-E386-4AB01787FEA7}" dt="2026-10-08T07:01:20.819" v="530" actId="20577"/>
        <pc:sldMkLst>
          <pc:docMk/>
          <pc:sldMk cId="235895611" sldId="278"/>
        </pc:sldMkLst>
        <pc:spChg chg="mod">
          <ac:chgData name="Erjan Kho" userId="S::ekho1@lenovo.com::1e472358-c8ba-4206-92c9-d7c227e16e78" providerId="AD" clId="Web-{E310C8BD-284E-5721-E386-4AB01787FEA7}" dt="2026-10-08T07:01:20.819" v="530" actId="20577"/>
          <ac:spMkLst>
            <pc:docMk/>
            <pc:sldMk cId="235895611" sldId="278"/>
            <ac:spMk id="3" creationId="{EC99A1D3-4165-7655-796B-E5699F63868B}"/>
          </ac:spMkLst>
        </pc:spChg>
      </pc:sldChg>
      <pc:sldChg chg="modSp">
        <pc:chgData name="Erjan Kho" userId="S::ekho1@lenovo.com::1e472358-c8ba-4206-92c9-d7c227e16e78" providerId="AD" clId="Web-{E310C8BD-284E-5721-E386-4AB01787FEA7}" dt="2026-10-08T06:30:12.231" v="404" actId="20577"/>
        <pc:sldMkLst>
          <pc:docMk/>
          <pc:sldMk cId="1391941730" sldId="279"/>
        </pc:sldMkLst>
        <pc:spChg chg="mod">
          <ac:chgData name="Erjan Kho" userId="S::ekho1@lenovo.com::1e472358-c8ba-4206-92c9-d7c227e16e78" providerId="AD" clId="Web-{E310C8BD-284E-5721-E386-4AB01787FEA7}" dt="2026-10-08T06:30:12.231" v="404" actId="20577"/>
          <ac:spMkLst>
            <pc:docMk/>
            <pc:sldMk cId="1391941730" sldId="279"/>
            <ac:spMk id="3" creationId="{553DACBB-DFEC-514D-BE17-FE6DCDE4D9D5}"/>
          </ac:spMkLst>
        </pc:spChg>
      </pc:sldChg>
      <pc:sldChg chg="addSp modSp">
        <pc:chgData name="Erjan Kho" userId="S::ekho1@lenovo.com::1e472358-c8ba-4206-92c9-d7c227e16e78" providerId="AD" clId="Web-{E310C8BD-284E-5721-E386-4AB01787FEA7}" dt="2026-10-08T06:40:48.756" v="482" actId="1076"/>
        <pc:sldMkLst>
          <pc:docMk/>
          <pc:sldMk cId="707520611" sldId="281"/>
        </pc:sldMkLst>
        <pc:spChg chg="mod">
          <ac:chgData name="Erjan Kho" userId="S::ekho1@lenovo.com::1e472358-c8ba-4206-92c9-d7c227e16e78" providerId="AD" clId="Web-{E310C8BD-284E-5721-E386-4AB01787FEA7}" dt="2026-10-08T06:40:48.756" v="482" actId="1076"/>
          <ac:spMkLst>
            <pc:docMk/>
            <pc:sldMk cId="707520611" sldId="281"/>
            <ac:spMk id="3" creationId="{AA330290-665D-77EE-47C6-8D9165C40CF8}"/>
          </ac:spMkLst>
        </pc:spChg>
        <pc:spChg chg="add mod">
          <ac:chgData name="Erjan Kho" userId="S::ekho1@lenovo.com::1e472358-c8ba-4206-92c9-d7c227e16e78" providerId="AD" clId="Web-{E310C8BD-284E-5721-E386-4AB01787FEA7}" dt="2026-10-08T06:40:18.239" v="471" actId="20577"/>
          <ac:spMkLst>
            <pc:docMk/>
            <pc:sldMk cId="707520611" sldId="281"/>
            <ac:spMk id="21" creationId="{04DE0BE1-2AF8-00D2-1CB4-439621545662}"/>
          </ac:spMkLst>
        </pc:spChg>
      </pc:sldChg>
      <pc:sldChg chg="modSp ord">
        <pc:chgData name="Erjan Kho" userId="S::ekho1@lenovo.com::1e472358-c8ba-4206-92c9-d7c227e16e78" providerId="AD" clId="Web-{E310C8BD-284E-5721-E386-4AB01787FEA7}" dt="2026-10-08T06:39:51.988" v="463"/>
        <pc:sldMkLst>
          <pc:docMk/>
          <pc:sldMk cId="1356860156" sldId="282"/>
        </pc:sldMkLst>
        <pc:spChg chg="mod">
          <ac:chgData name="Erjan Kho" userId="S::ekho1@lenovo.com::1e472358-c8ba-4206-92c9-d7c227e16e78" providerId="AD" clId="Web-{E310C8BD-284E-5721-E386-4AB01787FEA7}" dt="2026-10-08T03:44:21.672" v="49" actId="1076"/>
          <ac:spMkLst>
            <pc:docMk/>
            <pc:sldMk cId="1356860156" sldId="282"/>
            <ac:spMk id="3" creationId="{0FA76183-E2D2-4968-8F49-8892D795D93F}"/>
          </ac:spMkLst>
        </pc:spChg>
        <pc:spChg chg="mod">
          <ac:chgData name="Erjan Kho" userId="S::ekho1@lenovo.com::1e472358-c8ba-4206-92c9-d7c227e16e78" providerId="AD" clId="Web-{E310C8BD-284E-5721-E386-4AB01787FEA7}" dt="2026-10-08T03:44:28.375" v="50" actId="1076"/>
          <ac:spMkLst>
            <pc:docMk/>
            <pc:sldMk cId="1356860156" sldId="282"/>
            <ac:spMk id="4" creationId="{28168402-07FF-4B2A-BDD8-488D3883CAA8}"/>
          </ac:spMkLst>
        </pc:spChg>
        <pc:spChg chg="mod">
          <ac:chgData name="Erjan Kho" userId="S::ekho1@lenovo.com::1e472358-c8ba-4206-92c9-d7c227e16e78" providerId="AD" clId="Web-{E310C8BD-284E-5721-E386-4AB01787FEA7}" dt="2026-10-08T03:44:28.391" v="51" actId="1076"/>
          <ac:spMkLst>
            <pc:docMk/>
            <pc:sldMk cId="1356860156" sldId="282"/>
            <ac:spMk id="5" creationId="{7959E573-B439-4770-943B-3D085E483DA2}"/>
          </ac:spMkLst>
        </pc:spChg>
        <pc:spChg chg="mod">
          <ac:chgData name="Erjan Kho" userId="S::ekho1@lenovo.com::1e472358-c8ba-4206-92c9-d7c227e16e78" providerId="AD" clId="Web-{E310C8BD-284E-5721-E386-4AB01787FEA7}" dt="2026-10-08T03:44:28.422" v="52" actId="1076"/>
          <ac:spMkLst>
            <pc:docMk/>
            <pc:sldMk cId="1356860156" sldId="282"/>
            <ac:spMk id="6" creationId="{2533E512-615E-4965-9849-25FEAE959099}"/>
          </ac:spMkLst>
        </pc:spChg>
        <pc:spChg chg="mod">
          <ac:chgData name="Erjan Kho" userId="S::ekho1@lenovo.com::1e472358-c8ba-4206-92c9-d7c227e16e78" providerId="AD" clId="Web-{E310C8BD-284E-5721-E386-4AB01787FEA7}" dt="2026-10-08T03:44:28.438" v="53" actId="1076"/>
          <ac:spMkLst>
            <pc:docMk/>
            <pc:sldMk cId="1356860156" sldId="282"/>
            <ac:spMk id="7" creationId="{3591464B-62C3-4E63-92DF-58804D7E81AC}"/>
          </ac:spMkLst>
        </pc:spChg>
        <pc:spChg chg="mod">
          <ac:chgData name="Erjan Kho" userId="S::ekho1@lenovo.com::1e472358-c8ba-4206-92c9-d7c227e16e78" providerId="AD" clId="Web-{E310C8BD-284E-5721-E386-4AB01787FEA7}" dt="2026-10-08T03:44:28.453" v="54" actId="1076"/>
          <ac:spMkLst>
            <pc:docMk/>
            <pc:sldMk cId="1356860156" sldId="282"/>
            <ac:spMk id="8" creationId="{3C8B167F-9FFA-4F8C-9F7B-976FB8A4E795}"/>
          </ac:spMkLst>
        </pc:spChg>
        <pc:spChg chg="mod">
          <ac:chgData name="Erjan Kho" userId="S::ekho1@lenovo.com::1e472358-c8ba-4206-92c9-d7c227e16e78" providerId="AD" clId="Web-{E310C8BD-284E-5721-E386-4AB01787FEA7}" dt="2026-10-08T03:44:28.484" v="55" actId="1076"/>
          <ac:spMkLst>
            <pc:docMk/>
            <pc:sldMk cId="1356860156" sldId="282"/>
            <ac:spMk id="9" creationId="{61AE828D-E619-4A8B-9BB7-546E654D322D}"/>
          </ac:spMkLst>
        </pc:spChg>
        <pc:spChg chg="mod">
          <ac:chgData name="Erjan Kho" userId="S::ekho1@lenovo.com::1e472358-c8ba-4206-92c9-d7c227e16e78" providerId="AD" clId="Web-{E310C8BD-284E-5721-E386-4AB01787FEA7}" dt="2026-10-08T03:44:28.516" v="56" actId="1076"/>
          <ac:spMkLst>
            <pc:docMk/>
            <pc:sldMk cId="1356860156" sldId="282"/>
            <ac:spMk id="10" creationId="{31ACFAA2-A97C-47E1-B813-E87108171918}"/>
          </ac:spMkLst>
        </pc:spChg>
        <pc:spChg chg="mod">
          <ac:chgData name="Erjan Kho" userId="S::ekho1@lenovo.com::1e472358-c8ba-4206-92c9-d7c227e16e78" providerId="AD" clId="Web-{E310C8BD-284E-5721-E386-4AB01787FEA7}" dt="2026-10-08T03:44:28.531" v="57" actId="1076"/>
          <ac:spMkLst>
            <pc:docMk/>
            <pc:sldMk cId="1356860156" sldId="282"/>
            <ac:spMk id="11" creationId="{7C120CBB-39CA-4DF1-90F3-ED140670B126}"/>
          </ac:spMkLst>
        </pc:spChg>
        <pc:spChg chg="mod">
          <ac:chgData name="Erjan Kho" userId="S::ekho1@lenovo.com::1e472358-c8ba-4206-92c9-d7c227e16e78" providerId="AD" clId="Web-{E310C8BD-284E-5721-E386-4AB01787FEA7}" dt="2026-10-08T03:44:28.547" v="58" actId="1076"/>
          <ac:spMkLst>
            <pc:docMk/>
            <pc:sldMk cId="1356860156" sldId="282"/>
            <ac:spMk id="12" creationId="{921B8479-62A3-44A2-9FBE-2419AC5BE857}"/>
          </ac:spMkLst>
        </pc:spChg>
        <pc:spChg chg="mod">
          <ac:chgData name="Erjan Kho" userId="S::ekho1@lenovo.com::1e472358-c8ba-4206-92c9-d7c227e16e78" providerId="AD" clId="Web-{E310C8BD-284E-5721-E386-4AB01787FEA7}" dt="2026-10-08T03:44:28.563" v="59" actId="1076"/>
          <ac:spMkLst>
            <pc:docMk/>
            <pc:sldMk cId="1356860156" sldId="282"/>
            <ac:spMk id="13" creationId="{E6947C06-057C-455C-8FB9-5C8EFA7CA9CC}"/>
          </ac:spMkLst>
        </pc:spChg>
        <pc:spChg chg="mod">
          <ac:chgData name="Erjan Kho" userId="S::ekho1@lenovo.com::1e472358-c8ba-4206-92c9-d7c227e16e78" providerId="AD" clId="Web-{E310C8BD-284E-5721-E386-4AB01787FEA7}" dt="2026-10-08T03:44:28.578" v="60" actId="1076"/>
          <ac:spMkLst>
            <pc:docMk/>
            <pc:sldMk cId="1356860156" sldId="282"/>
            <ac:spMk id="14" creationId="{18AF2020-C81C-46C2-861A-4C4E183EB382}"/>
          </ac:spMkLst>
        </pc:spChg>
        <pc:spChg chg="mod">
          <ac:chgData name="Erjan Kho" userId="S::ekho1@lenovo.com::1e472358-c8ba-4206-92c9-d7c227e16e78" providerId="AD" clId="Web-{E310C8BD-284E-5721-E386-4AB01787FEA7}" dt="2026-10-08T03:44:34.563" v="61" actId="1076"/>
          <ac:spMkLst>
            <pc:docMk/>
            <pc:sldMk cId="1356860156" sldId="282"/>
            <ac:spMk id="15" creationId="{49ABB6B4-BA30-4BAF-BCFC-ADED6D69F63B}"/>
          </ac:spMkLst>
        </pc:spChg>
        <pc:spChg chg="mod">
          <ac:chgData name="Erjan Kho" userId="S::ekho1@lenovo.com::1e472358-c8ba-4206-92c9-d7c227e16e78" providerId="AD" clId="Web-{E310C8BD-284E-5721-E386-4AB01787FEA7}" dt="2026-10-08T03:44:34.578" v="62" actId="1076"/>
          <ac:spMkLst>
            <pc:docMk/>
            <pc:sldMk cId="1356860156" sldId="282"/>
            <ac:spMk id="16" creationId="{99868384-8A70-4C08-98B1-29C1B3C9BA64}"/>
          </ac:spMkLst>
        </pc:spChg>
        <pc:spChg chg="mod">
          <ac:chgData name="Erjan Kho" userId="S::ekho1@lenovo.com::1e472358-c8ba-4206-92c9-d7c227e16e78" providerId="AD" clId="Web-{E310C8BD-284E-5721-E386-4AB01787FEA7}" dt="2026-10-08T03:44:34.594" v="63" actId="1076"/>
          <ac:spMkLst>
            <pc:docMk/>
            <pc:sldMk cId="1356860156" sldId="282"/>
            <ac:spMk id="17" creationId="{3DB9182F-9C38-4DDE-81CD-1194F9F35792}"/>
          </ac:spMkLst>
        </pc:spChg>
        <pc:spChg chg="mod">
          <ac:chgData name="Erjan Kho" userId="S::ekho1@lenovo.com::1e472358-c8ba-4206-92c9-d7c227e16e78" providerId="AD" clId="Web-{E310C8BD-284E-5721-E386-4AB01787FEA7}" dt="2026-10-08T03:44:34.625" v="64" actId="1076"/>
          <ac:spMkLst>
            <pc:docMk/>
            <pc:sldMk cId="1356860156" sldId="282"/>
            <ac:spMk id="18" creationId="{DA570913-275B-422E-BFA8-4AA9B44351D4}"/>
          </ac:spMkLst>
        </pc:spChg>
        <pc:spChg chg="mod">
          <ac:chgData name="Erjan Kho" userId="S::ekho1@lenovo.com::1e472358-c8ba-4206-92c9-d7c227e16e78" providerId="AD" clId="Web-{E310C8BD-284E-5721-E386-4AB01787FEA7}" dt="2026-10-08T03:44:34.641" v="65" actId="1076"/>
          <ac:spMkLst>
            <pc:docMk/>
            <pc:sldMk cId="1356860156" sldId="282"/>
            <ac:spMk id="19" creationId="{80DDB0CD-4B67-4508-878D-61284CEA6BBA}"/>
          </ac:spMkLst>
        </pc:spChg>
        <pc:spChg chg="mod">
          <ac:chgData name="Erjan Kho" userId="S::ekho1@lenovo.com::1e472358-c8ba-4206-92c9-d7c227e16e78" providerId="AD" clId="Web-{E310C8BD-284E-5721-E386-4AB01787FEA7}" dt="2026-10-08T03:44:34.656" v="66" actId="1076"/>
          <ac:spMkLst>
            <pc:docMk/>
            <pc:sldMk cId="1356860156" sldId="282"/>
            <ac:spMk id="20" creationId="{ED317EDD-E6C2-400D-BD89-3D2AB1323A5B}"/>
          </ac:spMkLst>
        </pc:spChg>
        <pc:spChg chg="mod">
          <ac:chgData name="Erjan Kho" userId="S::ekho1@lenovo.com::1e472358-c8ba-4206-92c9-d7c227e16e78" providerId="AD" clId="Web-{E310C8BD-284E-5721-E386-4AB01787FEA7}" dt="2026-10-08T03:44:34.672" v="67" actId="1076"/>
          <ac:spMkLst>
            <pc:docMk/>
            <pc:sldMk cId="1356860156" sldId="282"/>
            <ac:spMk id="21" creationId="{7E66762A-E38B-497F-89BE-0F94B8FD725B}"/>
          </ac:spMkLst>
        </pc:spChg>
        <pc:spChg chg="mod">
          <ac:chgData name="Erjan Kho" userId="S::ekho1@lenovo.com::1e472358-c8ba-4206-92c9-d7c227e16e78" providerId="AD" clId="Web-{E310C8BD-284E-5721-E386-4AB01787FEA7}" dt="2026-10-08T03:44:34.688" v="68" actId="1076"/>
          <ac:spMkLst>
            <pc:docMk/>
            <pc:sldMk cId="1356860156" sldId="282"/>
            <ac:spMk id="22" creationId="{32BB9D8E-439D-41A6-BE79-70932ABDFC12}"/>
          </ac:spMkLst>
        </pc:spChg>
        <pc:spChg chg="mod">
          <ac:chgData name="Erjan Kho" userId="S::ekho1@lenovo.com::1e472358-c8ba-4206-92c9-d7c227e16e78" providerId="AD" clId="Web-{E310C8BD-284E-5721-E386-4AB01787FEA7}" dt="2026-10-08T03:44:34.703" v="69" actId="1076"/>
          <ac:spMkLst>
            <pc:docMk/>
            <pc:sldMk cId="1356860156" sldId="282"/>
            <ac:spMk id="23" creationId="{57A3CAE2-53FE-49B3-972D-4233B9471B39}"/>
          </ac:spMkLst>
        </pc:spChg>
        <pc:spChg chg="mod">
          <ac:chgData name="Erjan Kho" userId="S::ekho1@lenovo.com::1e472358-c8ba-4206-92c9-d7c227e16e78" providerId="AD" clId="Web-{E310C8BD-284E-5721-E386-4AB01787FEA7}" dt="2026-10-08T03:44:34.719" v="70" actId="1076"/>
          <ac:spMkLst>
            <pc:docMk/>
            <pc:sldMk cId="1356860156" sldId="282"/>
            <ac:spMk id="24" creationId="{52CB4AA6-D29E-457D-9600-5CCB3843D2DA}"/>
          </ac:spMkLst>
        </pc:spChg>
      </pc:sldChg>
      <pc:sldChg chg="mod modShow">
        <pc:chgData name="Erjan Kho" userId="S::ekho1@lenovo.com::1e472358-c8ba-4206-92c9-d7c227e16e78" providerId="AD" clId="Web-{E310C8BD-284E-5721-E386-4AB01787FEA7}" dt="2026-10-08T06:09:33.432" v="208"/>
        <pc:sldMkLst>
          <pc:docMk/>
          <pc:sldMk cId="2397588003" sldId="283"/>
        </pc:sldMkLst>
      </pc:sldChg>
      <pc:sldChg chg="mod modShow">
        <pc:chgData name="Erjan Kho" userId="S::ekho1@lenovo.com::1e472358-c8ba-4206-92c9-d7c227e16e78" providerId="AD" clId="Web-{E310C8BD-284E-5721-E386-4AB01787FEA7}" dt="2026-10-08T03:39:01.832" v="0"/>
        <pc:sldMkLst>
          <pc:docMk/>
          <pc:sldMk cId="2613862518" sldId="284"/>
        </pc:sldMkLst>
      </pc:sldChg>
      <pc:sldChg chg="addSp delSp modSp">
        <pc:chgData name="Erjan Kho" userId="S::ekho1@lenovo.com::1e472358-c8ba-4206-92c9-d7c227e16e78" providerId="AD" clId="Web-{E310C8BD-284E-5721-E386-4AB01787FEA7}" dt="2026-10-08T03:59:06.952" v="189" actId="14100"/>
        <pc:sldMkLst>
          <pc:docMk/>
          <pc:sldMk cId="714993948" sldId="286"/>
        </pc:sldMkLst>
        <pc:spChg chg="mod">
          <ac:chgData name="Erjan Kho" userId="S::ekho1@lenovo.com::1e472358-c8ba-4206-92c9-d7c227e16e78" providerId="AD" clId="Web-{E310C8BD-284E-5721-E386-4AB01787FEA7}" dt="2026-10-08T03:59:06.952" v="189" actId="14100"/>
          <ac:spMkLst>
            <pc:docMk/>
            <pc:sldMk cId="714993948" sldId="286"/>
            <ac:spMk id="3" creationId="{555C6289-56B6-9C8D-B25A-0ECA19DDE3E4}"/>
          </ac:spMkLst>
        </pc:spChg>
        <pc:spChg chg="mod">
          <ac:chgData name="Erjan Kho" userId="S::ekho1@lenovo.com::1e472358-c8ba-4206-92c9-d7c227e16e78" providerId="AD" clId="Web-{E310C8BD-284E-5721-E386-4AB01787FEA7}" dt="2026-10-08T03:55:30.210" v="132" actId="20577"/>
          <ac:spMkLst>
            <pc:docMk/>
            <pc:sldMk cId="714993948" sldId="286"/>
            <ac:spMk id="6" creationId="{E38F9C39-E9F2-480F-BA12-A20A778B59F7}"/>
          </ac:spMkLst>
        </pc:spChg>
        <pc:spChg chg="add mod">
          <ac:chgData name="Erjan Kho" userId="S::ekho1@lenovo.com::1e472358-c8ba-4206-92c9-d7c227e16e78" providerId="AD" clId="Web-{E310C8BD-284E-5721-E386-4AB01787FEA7}" dt="2026-10-08T03:59:03.327" v="188"/>
          <ac:spMkLst>
            <pc:docMk/>
            <pc:sldMk cId="714993948" sldId="286"/>
            <ac:spMk id="25" creationId="{228195FD-492F-1D12-5952-7564D00F22FD}"/>
          </ac:spMkLst>
        </pc:spChg>
      </pc:sldChg>
      <pc:sldChg chg="mod modShow">
        <pc:chgData name="Erjan Kho" userId="S::ekho1@lenovo.com::1e472358-c8ba-4206-92c9-d7c227e16e78" providerId="AD" clId="Web-{E310C8BD-284E-5721-E386-4AB01787FEA7}" dt="2026-10-08T03:41:12.259" v="46"/>
        <pc:sldMkLst>
          <pc:docMk/>
          <pc:sldMk cId="701290912" sldId="287"/>
        </pc:sldMkLst>
      </pc:sldChg>
      <pc:sldChg chg="modSp ord">
        <pc:chgData name="Erjan Kho" userId="S::ekho1@lenovo.com::1e472358-c8ba-4206-92c9-d7c227e16e78" providerId="AD" clId="Web-{E310C8BD-284E-5721-E386-4AB01787FEA7}" dt="2026-10-08T06:40:08.129" v="465" actId="20577"/>
        <pc:sldMkLst>
          <pc:docMk/>
          <pc:sldMk cId="2512394195" sldId="288"/>
        </pc:sldMkLst>
        <pc:spChg chg="mod">
          <ac:chgData name="Erjan Kho" userId="S::ekho1@lenovo.com::1e472358-c8ba-4206-92c9-d7c227e16e78" providerId="AD" clId="Web-{E310C8BD-284E-5721-E386-4AB01787FEA7}" dt="2026-10-08T06:40:08.129" v="465" actId="20577"/>
          <ac:spMkLst>
            <pc:docMk/>
            <pc:sldMk cId="2512394195" sldId="288"/>
            <ac:spMk id="3" creationId="{C4A83A85-31A5-638B-C70C-7CDDF10AD999}"/>
          </ac:spMkLst>
        </pc:spChg>
        <pc:spChg chg="mod">
          <ac:chgData name="Erjan Kho" userId="S::ekho1@lenovo.com::1e472358-c8ba-4206-92c9-d7c227e16e78" providerId="AD" clId="Web-{E310C8BD-284E-5721-E386-4AB01787FEA7}" dt="2026-10-08T06:39:16.674" v="443" actId="1076"/>
          <ac:spMkLst>
            <pc:docMk/>
            <pc:sldMk cId="2512394195" sldId="288"/>
            <ac:spMk id="4" creationId="{E567CCB0-5D9A-4F1B-87F6-CE188D544559}"/>
          </ac:spMkLst>
        </pc:spChg>
        <pc:spChg chg="mod">
          <ac:chgData name="Erjan Kho" userId="S::ekho1@lenovo.com::1e472358-c8ba-4206-92c9-d7c227e16e78" providerId="AD" clId="Web-{E310C8BD-284E-5721-E386-4AB01787FEA7}" dt="2026-10-08T06:39:16.705" v="444" actId="1076"/>
          <ac:spMkLst>
            <pc:docMk/>
            <pc:sldMk cId="2512394195" sldId="288"/>
            <ac:spMk id="5" creationId="{6F439C8B-4334-48CA-86F6-52349F826503}"/>
          </ac:spMkLst>
        </pc:spChg>
        <pc:spChg chg="mod">
          <ac:chgData name="Erjan Kho" userId="S::ekho1@lenovo.com::1e472358-c8ba-4206-92c9-d7c227e16e78" providerId="AD" clId="Web-{E310C8BD-284E-5721-E386-4AB01787FEA7}" dt="2026-10-08T06:39:16.721" v="445" actId="1076"/>
          <ac:spMkLst>
            <pc:docMk/>
            <pc:sldMk cId="2512394195" sldId="288"/>
            <ac:spMk id="6" creationId="{9B4B8DFA-018D-489E-B334-A3A63ED402BA}"/>
          </ac:spMkLst>
        </pc:spChg>
        <pc:spChg chg="mod">
          <ac:chgData name="Erjan Kho" userId="S::ekho1@lenovo.com::1e472358-c8ba-4206-92c9-d7c227e16e78" providerId="AD" clId="Web-{E310C8BD-284E-5721-E386-4AB01787FEA7}" dt="2026-10-08T06:39:16.736" v="446" actId="1076"/>
          <ac:spMkLst>
            <pc:docMk/>
            <pc:sldMk cId="2512394195" sldId="288"/>
            <ac:spMk id="7" creationId="{B021F783-203A-477B-B512-50DB395174CF}"/>
          </ac:spMkLst>
        </pc:spChg>
        <pc:spChg chg="mod">
          <ac:chgData name="Erjan Kho" userId="S::ekho1@lenovo.com::1e472358-c8ba-4206-92c9-d7c227e16e78" providerId="AD" clId="Web-{E310C8BD-284E-5721-E386-4AB01787FEA7}" dt="2026-10-08T06:39:16.752" v="447" actId="1076"/>
          <ac:spMkLst>
            <pc:docMk/>
            <pc:sldMk cId="2512394195" sldId="288"/>
            <ac:spMk id="8" creationId="{89D06D34-E794-42B3-A94F-D7EE951F01C0}"/>
          </ac:spMkLst>
        </pc:spChg>
        <pc:spChg chg="mod">
          <ac:chgData name="Erjan Kho" userId="S::ekho1@lenovo.com::1e472358-c8ba-4206-92c9-d7c227e16e78" providerId="AD" clId="Web-{E310C8BD-284E-5721-E386-4AB01787FEA7}" dt="2026-10-08T06:39:16.768" v="448" actId="1076"/>
          <ac:spMkLst>
            <pc:docMk/>
            <pc:sldMk cId="2512394195" sldId="288"/>
            <ac:spMk id="9" creationId="{C0CDA99A-08C7-4CEC-A3CC-9F21CAB3A6C3}"/>
          </ac:spMkLst>
        </pc:spChg>
        <pc:spChg chg="mod">
          <ac:chgData name="Erjan Kho" userId="S::ekho1@lenovo.com::1e472358-c8ba-4206-92c9-d7c227e16e78" providerId="AD" clId="Web-{E310C8BD-284E-5721-E386-4AB01787FEA7}" dt="2026-10-08T06:39:16.783" v="449" actId="1076"/>
          <ac:spMkLst>
            <pc:docMk/>
            <pc:sldMk cId="2512394195" sldId="288"/>
            <ac:spMk id="10" creationId="{ABE7D4EC-D027-458C-A162-461D8DA42E21}"/>
          </ac:spMkLst>
        </pc:spChg>
        <pc:spChg chg="mod">
          <ac:chgData name="Erjan Kho" userId="S::ekho1@lenovo.com::1e472358-c8ba-4206-92c9-d7c227e16e78" providerId="AD" clId="Web-{E310C8BD-284E-5721-E386-4AB01787FEA7}" dt="2026-10-08T06:39:16.799" v="450" actId="1076"/>
          <ac:spMkLst>
            <pc:docMk/>
            <pc:sldMk cId="2512394195" sldId="288"/>
            <ac:spMk id="11" creationId="{0A0FBBFE-A704-443D-8885-298C8F75E328}"/>
          </ac:spMkLst>
        </pc:spChg>
        <pc:spChg chg="mod">
          <ac:chgData name="Erjan Kho" userId="S::ekho1@lenovo.com::1e472358-c8ba-4206-92c9-d7c227e16e78" providerId="AD" clId="Web-{E310C8BD-284E-5721-E386-4AB01787FEA7}" dt="2026-10-08T06:39:16.799" v="451" actId="1076"/>
          <ac:spMkLst>
            <pc:docMk/>
            <pc:sldMk cId="2512394195" sldId="288"/>
            <ac:spMk id="12" creationId="{7F3DAA53-85CF-4D58-B6FE-1E012969918D}"/>
          </ac:spMkLst>
        </pc:spChg>
        <pc:spChg chg="mod">
          <ac:chgData name="Erjan Kho" userId="S::ekho1@lenovo.com::1e472358-c8ba-4206-92c9-d7c227e16e78" providerId="AD" clId="Web-{E310C8BD-284E-5721-E386-4AB01787FEA7}" dt="2026-10-08T06:39:16.814" v="452" actId="1076"/>
          <ac:spMkLst>
            <pc:docMk/>
            <pc:sldMk cId="2512394195" sldId="288"/>
            <ac:spMk id="13" creationId="{440D3A43-4C92-4E33-BA66-37428432A002}"/>
          </ac:spMkLst>
        </pc:spChg>
        <pc:spChg chg="mod">
          <ac:chgData name="Erjan Kho" userId="S::ekho1@lenovo.com::1e472358-c8ba-4206-92c9-d7c227e16e78" providerId="AD" clId="Web-{E310C8BD-284E-5721-E386-4AB01787FEA7}" dt="2026-10-08T06:39:16.830" v="453" actId="1076"/>
          <ac:spMkLst>
            <pc:docMk/>
            <pc:sldMk cId="2512394195" sldId="288"/>
            <ac:spMk id="14" creationId="{225D9216-FA2E-4784-A2BE-B375DA0F5FC8}"/>
          </ac:spMkLst>
        </pc:spChg>
        <pc:spChg chg="mod">
          <ac:chgData name="Erjan Kho" userId="S::ekho1@lenovo.com::1e472358-c8ba-4206-92c9-d7c227e16e78" providerId="AD" clId="Web-{E310C8BD-284E-5721-E386-4AB01787FEA7}" dt="2026-10-08T06:39:16.846" v="454" actId="1076"/>
          <ac:spMkLst>
            <pc:docMk/>
            <pc:sldMk cId="2512394195" sldId="288"/>
            <ac:spMk id="15" creationId="{C80C74BB-A7CE-4981-BA1D-26B3F37D158B}"/>
          </ac:spMkLst>
        </pc:spChg>
        <pc:spChg chg="mod">
          <ac:chgData name="Erjan Kho" userId="S::ekho1@lenovo.com::1e472358-c8ba-4206-92c9-d7c227e16e78" providerId="AD" clId="Web-{E310C8BD-284E-5721-E386-4AB01787FEA7}" dt="2026-10-08T06:39:16.861" v="455" actId="1076"/>
          <ac:spMkLst>
            <pc:docMk/>
            <pc:sldMk cId="2512394195" sldId="288"/>
            <ac:spMk id="16" creationId="{3D61B553-6C33-4299-9BA7-4E69495C04EA}"/>
          </ac:spMkLst>
        </pc:spChg>
        <pc:spChg chg="mod">
          <ac:chgData name="Erjan Kho" userId="S::ekho1@lenovo.com::1e472358-c8ba-4206-92c9-d7c227e16e78" providerId="AD" clId="Web-{E310C8BD-284E-5721-E386-4AB01787FEA7}" dt="2026-10-08T06:39:16.877" v="456" actId="1076"/>
          <ac:spMkLst>
            <pc:docMk/>
            <pc:sldMk cId="2512394195" sldId="288"/>
            <ac:spMk id="17" creationId="{C3519087-75EF-4198-A207-47813A3D77CF}"/>
          </ac:spMkLst>
        </pc:spChg>
        <pc:spChg chg="mod">
          <ac:chgData name="Erjan Kho" userId="S::ekho1@lenovo.com::1e472358-c8ba-4206-92c9-d7c227e16e78" providerId="AD" clId="Web-{E310C8BD-284E-5721-E386-4AB01787FEA7}" dt="2026-10-08T06:39:16.893" v="457" actId="1076"/>
          <ac:spMkLst>
            <pc:docMk/>
            <pc:sldMk cId="2512394195" sldId="288"/>
            <ac:spMk id="18" creationId="{48A58FA0-1C54-41C2-ADCE-AEC096A1C43D}"/>
          </ac:spMkLst>
        </pc:spChg>
        <pc:spChg chg="mod">
          <ac:chgData name="Erjan Kho" userId="S::ekho1@lenovo.com::1e472358-c8ba-4206-92c9-d7c227e16e78" providerId="AD" clId="Web-{E310C8BD-284E-5721-E386-4AB01787FEA7}" dt="2026-10-08T06:39:16.908" v="458" actId="1076"/>
          <ac:spMkLst>
            <pc:docMk/>
            <pc:sldMk cId="2512394195" sldId="288"/>
            <ac:spMk id="19" creationId="{3B6BD1D1-3325-46F6-88D5-CD0F505D6035}"/>
          </ac:spMkLst>
        </pc:spChg>
        <pc:spChg chg="mod">
          <ac:chgData name="Erjan Kho" userId="S::ekho1@lenovo.com::1e472358-c8ba-4206-92c9-d7c227e16e78" providerId="AD" clId="Web-{E310C8BD-284E-5721-E386-4AB01787FEA7}" dt="2026-10-08T06:39:16.924" v="459" actId="1076"/>
          <ac:spMkLst>
            <pc:docMk/>
            <pc:sldMk cId="2512394195" sldId="288"/>
            <ac:spMk id="20" creationId="{58485F41-DBE9-4FC6-B0DC-92AA20D3478F}"/>
          </ac:spMkLst>
        </pc:spChg>
        <pc:spChg chg="mod">
          <ac:chgData name="Erjan Kho" userId="S::ekho1@lenovo.com::1e472358-c8ba-4206-92c9-d7c227e16e78" providerId="AD" clId="Web-{E310C8BD-284E-5721-E386-4AB01787FEA7}" dt="2026-10-08T06:39:16.940" v="460" actId="1076"/>
          <ac:spMkLst>
            <pc:docMk/>
            <pc:sldMk cId="2512394195" sldId="288"/>
            <ac:spMk id="21" creationId="{D0E5CCCB-A3A2-4EFC-B63C-08036AE948AD}"/>
          </ac:spMkLst>
        </pc:spChg>
        <pc:spChg chg="mod">
          <ac:chgData name="Erjan Kho" userId="S::ekho1@lenovo.com::1e472358-c8ba-4206-92c9-d7c227e16e78" providerId="AD" clId="Web-{E310C8BD-284E-5721-E386-4AB01787FEA7}" dt="2026-10-08T06:39:16.940" v="461" actId="1076"/>
          <ac:spMkLst>
            <pc:docMk/>
            <pc:sldMk cId="2512394195" sldId="288"/>
            <ac:spMk id="22" creationId="{E4E96D1C-5339-44D7-9D36-3CF5182BA913}"/>
          </ac:spMkLst>
        </pc:spChg>
        <pc:spChg chg="mod">
          <ac:chgData name="Erjan Kho" userId="S::ekho1@lenovo.com::1e472358-c8ba-4206-92c9-d7c227e16e78" providerId="AD" clId="Web-{E310C8BD-284E-5721-E386-4AB01787FEA7}" dt="2026-10-08T06:39:16.955" v="462" actId="1076"/>
          <ac:spMkLst>
            <pc:docMk/>
            <pc:sldMk cId="2512394195" sldId="288"/>
            <ac:spMk id="23" creationId="{8CC892C5-4541-4D41-A885-B83C78FEB476}"/>
          </ac:spMkLst>
        </pc:spChg>
      </pc:sldChg>
      <pc:sldChg chg="addSp delSp modSp ord">
        <pc:chgData name="Erjan Kho" userId="S::ekho1@lenovo.com::1e472358-c8ba-4206-92c9-d7c227e16e78" providerId="AD" clId="Web-{E310C8BD-284E-5721-E386-4AB01787FEA7}" dt="2026-10-08T06:36:53.856" v="442" actId="1076"/>
        <pc:sldMkLst>
          <pc:docMk/>
          <pc:sldMk cId="0" sldId="289"/>
        </pc:sldMkLst>
        <pc:spChg chg="mod">
          <ac:chgData name="Erjan Kho" userId="S::ekho1@lenovo.com::1e472358-c8ba-4206-92c9-d7c227e16e78" providerId="AD" clId="Web-{E310C8BD-284E-5721-E386-4AB01787FEA7}" dt="2026-10-08T06:34:23.678" v="412" actId="20577"/>
          <ac:spMkLst>
            <pc:docMk/>
            <pc:sldMk cId="0" sldId="289"/>
            <ac:spMk id="3" creationId="{555C6289-56B6-9C8D-B25A-0ECA19DDE3E4}"/>
          </ac:spMkLst>
        </pc:spChg>
      </pc:sldChg>
      <pc:sldChg chg="addSp delSp modSp new ord">
        <pc:chgData name="Erjan Kho" userId="S::ekho1@lenovo.com::1e472358-c8ba-4206-92c9-d7c227e16e78" providerId="AD" clId="Web-{E310C8BD-284E-5721-E386-4AB01787FEA7}" dt="2026-10-08T07:03:15.902" v="548" actId="20577"/>
        <pc:sldMkLst>
          <pc:docMk/>
          <pc:sldMk cId="2518118519" sldId="290"/>
        </pc:sldMkLst>
        <pc:spChg chg="mod">
          <ac:chgData name="Erjan Kho" userId="S::ekho1@lenovo.com::1e472358-c8ba-4206-92c9-d7c227e16e78" providerId="AD" clId="Web-{E310C8BD-284E-5721-E386-4AB01787FEA7}" dt="2026-10-08T07:03:15.902" v="548" actId="20577"/>
          <ac:spMkLst>
            <pc:docMk/>
            <pc:sldMk cId="2518118519" sldId="290"/>
            <ac:spMk id="3" creationId="{DCFE0363-5D75-E90F-9B9D-9DB319CDDA27}"/>
          </ac:spMkLst>
        </pc:spChg>
        <pc:spChg chg="add mod">
          <ac:chgData name="Erjan Kho" userId="S::ekho1@lenovo.com::1e472358-c8ba-4206-92c9-d7c227e16e78" providerId="AD" clId="Web-{E310C8BD-284E-5721-E386-4AB01787FEA7}" dt="2026-10-08T07:00:21.661" v="517" actId="1076"/>
          <ac:spMkLst>
            <pc:docMk/>
            <pc:sldMk cId="2518118519" sldId="290"/>
            <ac:spMk id="11" creationId="{2A6256B5-012C-22E2-98BE-1EDD5B35A340}"/>
          </ac:spMkLst>
        </pc:spChg>
        <pc:picChg chg="add mod">
          <ac:chgData name="Erjan Kho" userId="S::ekho1@lenovo.com::1e472358-c8ba-4206-92c9-d7c227e16e78" providerId="AD" clId="Web-{E310C8BD-284E-5721-E386-4AB01787FEA7}" dt="2026-10-08T06:58:50.704" v="502" actId="14100"/>
          <ac:picMkLst>
            <pc:docMk/>
            <pc:sldMk cId="2518118519" sldId="290"/>
            <ac:picMk id="9" creationId="{0EC3FDEA-5505-07D9-BB9A-AEDB2B2C72B3}"/>
          </ac:picMkLst>
        </pc:picChg>
        <pc:picChg chg="add mod ord">
          <ac:chgData name="Erjan Kho" userId="S::ekho1@lenovo.com::1e472358-c8ba-4206-92c9-d7c227e16e78" providerId="AD" clId="Web-{E310C8BD-284E-5721-E386-4AB01787FEA7}" dt="2026-10-08T07:02:46.697" v="536" actId="1076"/>
          <ac:picMkLst>
            <pc:docMk/>
            <pc:sldMk cId="2518118519" sldId="290"/>
            <ac:picMk id="13" creationId="{4ECF94A8-C44B-4E7B-418D-C49B407F9C13}"/>
          </ac:picMkLst>
        </pc:picChg>
        <pc:cxnChg chg="add mod">
          <ac:chgData name="Erjan Kho" userId="S::ekho1@lenovo.com::1e472358-c8ba-4206-92c9-d7c227e16e78" providerId="AD" clId="Web-{E310C8BD-284E-5721-E386-4AB01787FEA7}" dt="2026-10-08T07:00:47.208" v="521" actId="14100"/>
          <ac:cxnSpMkLst>
            <pc:docMk/>
            <pc:sldMk cId="2518118519" sldId="290"/>
            <ac:cxnSpMk id="12" creationId="{DD1D5A51-A772-9C51-B01B-13D135EDA418}"/>
          </ac:cxnSpMkLst>
        </pc:cxnChg>
      </pc:sldChg>
      <pc:sldChg chg="addSp modSp new">
        <pc:chgData name="Erjan Kho" userId="S::ekho1@lenovo.com::1e472358-c8ba-4206-92c9-d7c227e16e78" providerId="AD" clId="Web-{E310C8BD-284E-5721-E386-4AB01787FEA7}" dt="2026-10-08T07:10:44.701" v="645"/>
        <pc:sldMkLst>
          <pc:docMk/>
          <pc:sldMk cId="2969675129" sldId="291"/>
        </pc:sldMkLst>
      </pc:sldChg>
      <pc:sldMasterChg chg="addSldLayout delSldLayout modSldLayout">
        <pc:chgData name="Erjan Kho" userId="S::ekho1@lenovo.com::1e472358-c8ba-4206-92c9-d7c227e16e78" providerId="AD" clId="Web-{E310C8BD-284E-5721-E386-4AB01787FEA7}" dt="2026-10-08T03:53:54.520" v="92"/>
        <pc:sldMasterMkLst>
          <pc:docMk/>
          <pc:sldMasterMk cId="0" sldId="2147483648"/>
        </pc:sldMasterMkLst>
      </pc:sldMasterChg>
    </pc:docChg>
  </pc:docChgLst>
  <pc:docChgLst>
    <pc:chgData name="Erjan Kho" userId="S::ekho1@lenovo.com::1e472358-c8ba-4206-92c9-d7c227e16e78" providerId="AD" clId="Web-{51FCDC4A-C14D-0466-8ED9-23D84D56C62E}"/>
    <pc:docChg chg="addSld delSld modSld">
      <pc:chgData name="Erjan Kho" userId="S::ekho1@lenovo.com::1e472358-c8ba-4206-92c9-d7c227e16e78" providerId="AD" clId="Web-{51FCDC4A-C14D-0466-8ED9-23D84D56C62E}" dt="2026-10-06T03:22:15.833" v="11"/>
      <pc:docMkLst>
        <pc:docMk/>
      </pc:docMkLst>
    </pc:docChg>
  </pc:docChgLst>
  <pc:docChgLst>
    <pc:chgData name="Eric Ho Ji Yuan" userId="S::jho12@lenovo.com::8a968e0e-911c-4cd1-9050-33ff70f3211b" providerId="AD" clId="Web-{D2C723A5-94D6-BCC8-92EF-5E3A4F5F99C9}"/>
    <pc:docChg chg="addSld delSld modSld sldOrd">
      <pc:chgData name="Eric Ho Ji Yuan" userId="S::jho12@lenovo.com::8a968e0e-911c-4cd1-9050-33ff70f3211b" providerId="AD" clId="Web-{D2C723A5-94D6-BCC8-92EF-5E3A4F5F99C9}" dt="2026-10-08T00:09:30.101" v="1265"/>
      <pc:docMkLst>
        <pc:docMk/>
      </pc:docMkLst>
      <pc:sldChg chg="ord">
        <pc:chgData name="Eric Ho Ji Yuan" userId="S::jho12@lenovo.com::8a968e0e-911c-4cd1-9050-33ff70f3211b" providerId="AD" clId="Web-{D2C723A5-94D6-BCC8-92EF-5E3A4F5F99C9}" dt="2026-10-08T00:09:05.130" v="1262"/>
        <pc:sldMkLst>
          <pc:docMk/>
          <pc:sldMk cId="1904453651" sldId="277"/>
        </pc:sldMkLst>
      </pc:sldChg>
      <pc:sldChg chg="ord">
        <pc:chgData name="Eric Ho Ji Yuan" userId="S::jho12@lenovo.com::8a968e0e-911c-4cd1-9050-33ff70f3211b" providerId="AD" clId="Web-{D2C723A5-94D6-BCC8-92EF-5E3A4F5F99C9}" dt="2026-10-08T00:09:30.101" v="1265"/>
        <pc:sldMkLst>
          <pc:docMk/>
          <pc:sldMk cId="235895611" sldId="278"/>
        </pc:sldMkLst>
      </pc:sldChg>
      <pc:sldChg chg="ord">
        <pc:chgData name="Eric Ho Ji Yuan" userId="S::jho12@lenovo.com::8a968e0e-911c-4cd1-9050-33ff70f3211b" providerId="AD" clId="Web-{D2C723A5-94D6-BCC8-92EF-5E3A4F5F99C9}" dt="2026-10-08T00:09:05.130" v="1264"/>
        <pc:sldMkLst>
          <pc:docMk/>
          <pc:sldMk cId="1391941730" sldId="279"/>
        </pc:sldMkLst>
      </pc:sldChg>
      <pc:sldChg chg="modSp new">
        <pc:chgData name="Eric Ho Ji Yuan" userId="S::jho12@lenovo.com::8a968e0e-911c-4cd1-9050-33ff70f3211b" providerId="AD" clId="Web-{D2C723A5-94D6-BCC8-92EF-5E3A4F5F99C9}" dt="2026-10-07T23:50:02.530" v="49"/>
        <pc:sldMkLst>
          <pc:docMk/>
          <pc:sldMk cId="4040788055" sldId="280"/>
        </pc:sldMkLst>
        <pc:spChg chg="mod">
          <ac:chgData name="Eric Ho Ji Yuan" userId="S::jho12@lenovo.com::8a968e0e-911c-4cd1-9050-33ff70f3211b" providerId="AD" clId="Web-{D2C723A5-94D6-BCC8-92EF-5E3A4F5F99C9}" dt="2026-10-07T23:49:54.358" v="44"/>
          <ac:spMkLst>
            <pc:docMk/>
            <pc:sldMk cId="4040788055" sldId="280"/>
            <ac:spMk id="2" creationId="{D41146D8-0AC4-D3A5-C8F8-8D1F10E766B6}"/>
          </ac:spMkLst>
        </pc:spChg>
        <pc:spChg chg="mod">
          <ac:chgData name="Eric Ho Ji Yuan" userId="S::jho12@lenovo.com::8a968e0e-911c-4cd1-9050-33ff70f3211b" providerId="AD" clId="Web-{D2C723A5-94D6-BCC8-92EF-5E3A4F5F99C9}" dt="2026-10-07T23:49:54.358" v="48"/>
          <ac:spMkLst>
            <pc:docMk/>
            <pc:sldMk cId="4040788055" sldId="280"/>
            <ac:spMk id="3" creationId="{A20DF26E-03AB-8F2A-6E22-046830DAD160}"/>
          </ac:spMkLst>
        </pc:spChg>
        <pc:spChg chg="mod">
          <ac:chgData name="Eric Ho Ji Yuan" userId="S::jho12@lenovo.com::8a968e0e-911c-4cd1-9050-33ff70f3211b" providerId="AD" clId="Web-{D2C723A5-94D6-BCC8-92EF-5E3A4F5F99C9}" dt="2026-10-07T23:50:02.530" v="49"/>
          <ac:spMkLst>
            <pc:docMk/>
            <pc:sldMk cId="4040788055" sldId="280"/>
            <ac:spMk id="4" creationId="{D6C859E0-BFCD-A88D-15F7-566B0C12FA7C}"/>
          </ac:spMkLst>
        </pc:spChg>
      </pc:sldChg>
      <pc:sldChg chg="addSp modSp new">
        <pc:chgData name="Eric Ho Ji Yuan" userId="S::jho12@lenovo.com::8a968e0e-911c-4cd1-9050-33ff70f3211b" providerId="AD" clId="Web-{D2C723A5-94D6-BCC8-92EF-5E3A4F5F99C9}" dt="2026-10-07T23:53:00.807" v="183"/>
        <pc:sldMkLst>
          <pc:docMk/>
          <pc:sldMk cId="707520611" sldId="281"/>
        </pc:sldMkLst>
        <pc:spChg chg="mod">
          <ac:chgData name="Eric Ho Ji Yuan" userId="S::jho12@lenovo.com::8a968e0e-911c-4cd1-9050-33ff70f3211b" providerId="AD" clId="Web-{D2C723A5-94D6-BCC8-92EF-5E3A4F5F99C9}" dt="2026-10-07T23:50:37.079" v="51"/>
          <ac:spMkLst>
            <pc:docMk/>
            <pc:sldMk cId="707520611" sldId="281"/>
            <ac:spMk id="3" creationId="{AA330290-665D-77EE-47C6-8D9165C40CF8}"/>
          </ac:spMkLst>
        </pc:spChg>
        <pc:spChg chg="add mod">
          <ac:chgData name="Eric Ho Ji Yuan" userId="S::jho12@lenovo.com::8a968e0e-911c-4cd1-9050-33ff70f3211b" providerId="AD" clId="Web-{D2C723A5-94D6-BCC8-92EF-5E3A4F5F99C9}" dt="2026-10-07T23:53:00.807" v="148"/>
          <ac:spMkLst>
            <pc:docMk/>
            <pc:sldMk cId="707520611" sldId="281"/>
            <ac:spMk id="4" creationId="{0938F917-7AF5-4CA0-83EA-42C4A44A707C}"/>
          </ac:spMkLst>
        </pc:spChg>
        <pc:spChg chg="add mod">
          <ac:chgData name="Eric Ho Ji Yuan" userId="S::jho12@lenovo.com::8a968e0e-911c-4cd1-9050-33ff70f3211b" providerId="AD" clId="Web-{D2C723A5-94D6-BCC8-92EF-5E3A4F5F99C9}" dt="2026-10-07T23:53:00.807" v="152"/>
          <ac:spMkLst>
            <pc:docMk/>
            <pc:sldMk cId="707520611" sldId="281"/>
            <ac:spMk id="5" creationId="{E24B9189-DE35-4627-961B-2DF158E4C579}"/>
          </ac:spMkLst>
        </pc:spChg>
        <pc:spChg chg="add mod">
          <ac:chgData name="Eric Ho Ji Yuan" userId="S::jho12@lenovo.com::8a968e0e-911c-4cd1-9050-33ff70f3211b" providerId="AD" clId="Web-{D2C723A5-94D6-BCC8-92EF-5E3A4F5F99C9}" dt="2026-10-07T23:53:00.807" v="153"/>
          <ac:spMkLst>
            <pc:docMk/>
            <pc:sldMk cId="707520611" sldId="281"/>
            <ac:spMk id="6" creationId="{38D59262-6CC3-4ADB-9B5D-E381E052577E}"/>
          </ac:spMkLst>
        </pc:spChg>
        <pc:spChg chg="add mod">
          <ac:chgData name="Eric Ho Ji Yuan" userId="S::jho12@lenovo.com::8a968e0e-911c-4cd1-9050-33ff70f3211b" providerId="AD" clId="Web-{D2C723A5-94D6-BCC8-92EF-5E3A4F5F99C9}" dt="2026-10-07T23:53:00.807" v="158"/>
          <ac:spMkLst>
            <pc:docMk/>
            <pc:sldMk cId="707520611" sldId="281"/>
            <ac:spMk id="7" creationId="{D8E21A06-128E-4E09-B5ED-8E8A25713297}"/>
          </ac:spMkLst>
        </pc:spChg>
        <pc:spChg chg="add mod">
          <ac:chgData name="Eric Ho Ji Yuan" userId="S::jho12@lenovo.com::8a968e0e-911c-4cd1-9050-33ff70f3211b" providerId="AD" clId="Web-{D2C723A5-94D6-BCC8-92EF-5E3A4F5F99C9}" dt="2026-10-07T23:53:00.807" v="162"/>
          <ac:spMkLst>
            <pc:docMk/>
            <pc:sldMk cId="707520611" sldId="281"/>
            <ac:spMk id="8" creationId="{2C80E1F8-88BF-42E1-9506-AC1B226DAF81}"/>
          </ac:spMkLst>
        </pc:spChg>
        <pc:spChg chg="add mod">
          <ac:chgData name="Eric Ho Ji Yuan" userId="S::jho12@lenovo.com::8a968e0e-911c-4cd1-9050-33ff70f3211b" providerId="AD" clId="Web-{D2C723A5-94D6-BCC8-92EF-5E3A4F5F99C9}" dt="2026-10-07T23:53:00.807" v="163"/>
          <ac:spMkLst>
            <pc:docMk/>
            <pc:sldMk cId="707520611" sldId="281"/>
            <ac:spMk id="9" creationId="{7559A9D0-D2A1-40EC-B370-5CAA5E606BE4}"/>
          </ac:spMkLst>
        </pc:spChg>
        <pc:spChg chg="add mod">
          <ac:chgData name="Eric Ho Ji Yuan" userId="S::jho12@lenovo.com::8a968e0e-911c-4cd1-9050-33ff70f3211b" providerId="AD" clId="Web-{D2C723A5-94D6-BCC8-92EF-5E3A4F5F99C9}" dt="2026-10-07T23:53:00.807" v="168"/>
          <ac:spMkLst>
            <pc:docMk/>
            <pc:sldMk cId="707520611" sldId="281"/>
            <ac:spMk id="10" creationId="{1ED39A50-AE5B-4AB9-B0AB-C9170C54A564}"/>
          </ac:spMkLst>
        </pc:spChg>
        <pc:spChg chg="add mod">
          <ac:chgData name="Eric Ho Ji Yuan" userId="S::jho12@lenovo.com::8a968e0e-911c-4cd1-9050-33ff70f3211b" providerId="AD" clId="Web-{D2C723A5-94D6-BCC8-92EF-5E3A4F5F99C9}" dt="2026-10-07T23:53:00.807" v="172"/>
          <ac:spMkLst>
            <pc:docMk/>
            <pc:sldMk cId="707520611" sldId="281"/>
            <ac:spMk id="11" creationId="{910E5A33-7FD5-48BD-8298-12F1E1A342A7}"/>
          </ac:spMkLst>
        </pc:spChg>
        <pc:spChg chg="add mod">
          <ac:chgData name="Eric Ho Ji Yuan" userId="S::jho12@lenovo.com::8a968e0e-911c-4cd1-9050-33ff70f3211b" providerId="AD" clId="Web-{D2C723A5-94D6-BCC8-92EF-5E3A4F5F99C9}" dt="2026-10-07T23:53:00.807" v="173"/>
          <ac:spMkLst>
            <pc:docMk/>
            <pc:sldMk cId="707520611" sldId="281"/>
            <ac:spMk id="12" creationId="{FA83D05C-9036-4668-9A56-2321FC8CF3E8}"/>
          </ac:spMkLst>
        </pc:spChg>
        <pc:spChg chg="add mod">
          <ac:chgData name="Eric Ho Ji Yuan" userId="S::jho12@lenovo.com::8a968e0e-911c-4cd1-9050-33ff70f3211b" providerId="AD" clId="Web-{D2C723A5-94D6-BCC8-92EF-5E3A4F5F99C9}" dt="2026-10-07T23:53:00.807" v="178"/>
          <ac:spMkLst>
            <pc:docMk/>
            <pc:sldMk cId="707520611" sldId="281"/>
            <ac:spMk id="13" creationId="{27ED9D16-EE52-437B-98CE-12B57E95B148}"/>
          </ac:spMkLst>
        </pc:spChg>
        <pc:spChg chg="add mod">
          <ac:chgData name="Eric Ho Ji Yuan" userId="S::jho12@lenovo.com::8a968e0e-911c-4cd1-9050-33ff70f3211b" providerId="AD" clId="Web-{D2C723A5-94D6-BCC8-92EF-5E3A4F5F99C9}" dt="2026-10-07T23:53:00.807" v="182"/>
          <ac:spMkLst>
            <pc:docMk/>
            <pc:sldMk cId="707520611" sldId="281"/>
            <ac:spMk id="14" creationId="{7BCE4972-B52D-42BA-A3CB-CD05D5A1958A}"/>
          </ac:spMkLst>
        </pc:spChg>
        <pc:spChg chg="add mod">
          <ac:chgData name="Eric Ho Ji Yuan" userId="S::jho12@lenovo.com::8a968e0e-911c-4cd1-9050-33ff70f3211b" providerId="AD" clId="Web-{D2C723A5-94D6-BCC8-92EF-5E3A4F5F99C9}" dt="2026-10-07T23:53:00.807" v="183"/>
          <ac:spMkLst>
            <pc:docMk/>
            <pc:sldMk cId="707520611" sldId="281"/>
            <ac:spMk id="15" creationId="{B102E5BB-F183-4F18-AB5B-FA1E63C900C2}"/>
          </ac:spMkLst>
        </pc:spChg>
        <pc:spChg chg="add mod">
          <ac:chgData name="Eric Ho Ji Yuan" userId="S::jho12@lenovo.com::8a968e0e-911c-4cd1-9050-33ff70f3211b" providerId="AD" clId="Web-{D2C723A5-94D6-BCC8-92EF-5E3A4F5F99C9}" dt="2026-10-07T23:53:00.807" v="147"/>
          <ac:spMkLst>
            <pc:docMk/>
            <pc:sldMk cId="707520611" sldId="281"/>
            <ac:spMk id="16" creationId="{A46AB1BC-0C0A-4CD0-8682-89EA1816EA0E}"/>
          </ac:spMkLst>
        </pc:spChg>
        <pc:spChg chg="add mod">
          <ac:chgData name="Eric Ho Ji Yuan" userId="S::jho12@lenovo.com::8a968e0e-911c-4cd1-9050-33ff70f3211b" providerId="AD" clId="Web-{D2C723A5-94D6-BCC8-92EF-5E3A4F5F99C9}" dt="2026-10-07T23:53:00.807" v="157"/>
          <ac:spMkLst>
            <pc:docMk/>
            <pc:sldMk cId="707520611" sldId="281"/>
            <ac:spMk id="17" creationId="{6D417367-45E6-4A60-9E8B-B8F69787D532}"/>
          </ac:spMkLst>
        </pc:spChg>
        <pc:spChg chg="add mod">
          <ac:chgData name="Eric Ho Ji Yuan" userId="S::jho12@lenovo.com::8a968e0e-911c-4cd1-9050-33ff70f3211b" providerId="AD" clId="Web-{D2C723A5-94D6-BCC8-92EF-5E3A4F5F99C9}" dt="2026-10-07T23:53:00.807" v="167"/>
          <ac:spMkLst>
            <pc:docMk/>
            <pc:sldMk cId="707520611" sldId="281"/>
            <ac:spMk id="18" creationId="{CD549564-63D3-497F-90AE-89057F269670}"/>
          </ac:spMkLst>
        </pc:spChg>
        <pc:spChg chg="add mod">
          <ac:chgData name="Eric Ho Ji Yuan" userId="S::jho12@lenovo.com::8a968e0e-911c-4cd1-9050-33ff70f3211b" providerId="AD" clId="Web-{D2C723A5-94D6-BCC8-92EF-5E3A4F5F99C9}" dt="2026-10-07T23:53:00.807" v="177"/>
          <ac:spMkLst>
            <pc:docMk/>
            <pc:sldMk cId="707520611" sldId="281"/>
            <ac:spMk id="19" creationId="{9DABB24C-760F-49C2-9716-D7434F0B589F}"/>
          </ac:spMkLst>
        </pc:spChg>
      </pc:sldChg>
      <pc:sldChg chg="addSp modSp new">
        <pc:chgData name="Eric Ho Ji Yuan" userId="S::jho12@lenovo.com::8a968e0e-911c-4cd1-9050-33ff70f3211b" providerId="AD" clId="Web-{D2C723A5-94D6-BCC8-92EF-5E3A4F5F99C9}" dt="2026-10-07T23:59:11.188" v="1261"/>
        <pc:sldMkLst>
          <pc:docMk/>
          <pc:sldMk cId="1356860156" sldId="282"/>
        </pc:sldMkLst>
        <pc:spChg chg="mod">
          <ac:chgData name="Eric Ho Ji Yuan" userId="S::jho12@lenovo.com::8a968e0e-911c-4cd1-9050-33ff70f3211b" providerId="AD" clId="Web-{D2C723A5-94D6-BCC8-92EF-5E3A4F5F99C9}" dt="2026-10-07T23:53:57.044" v="375"/>
          <ac:spMkLst>
            <pc:docMk/>
            <pc:sldMk cId="1356860156" sldId="282"/>
            <ac:spMk id="3" creationId="{0FA76183-E2D2-4968-8F49-8892D795D93F}"/>
          </ac:spMkLst>
        </pc:spChg>
        <pc:spChg chg="add mod">
          <ac:chgData name="Eric Ho Ji Yuan" userId="S::jho12@lenovo.com::8a968e0e-911c-4cd1-9050-33ff70f3211b" providerId="AD" clId="Web-{D2C723A5-94D6-BCC8-92EF-5E3A4F5F99C9}" dt="2026-10-07T23:53:27.496" v="199"/>
          <ac:spMkLst>
            <pc:docMk/>
            <pc:sldMk cId="1356860156" sldId="282"/>
            <ac:spMk id="4" creationId="{28168402-07FF-4B2A-BDD8-488D3883CAA8}"/>
          </ac:spMkLst>
        </pc:spChg>
        <pc:spChg chg="add mod">
          <ac:chgData name="Eric Ho Ji Yuan" userId="S::jho12@lenovo.com::8a968e0e-911c-4cd1-9050-33ff70f3211b" providerId="AD" clId="Web-{D2C723A5-94D6-BCC8-92EF-5E3A4F5F99C9}" dt="2026-10-07T23:59:11.188" v="1261"/>
          <ac:spMkLst>
            <pc:docMk/>
            <pc:sldMk cId="1356860156" sldId="282"/>
            <ac:spMk id="5" creationId="{7959E573-B439-4770-943B-3D085E483DA2}"/>
          </ac:spMkLst>
        </pc:spChg>
        <pc:spChg chg="add mod">
          <ac:chgData name="Eric Ho Ji Yuan" userId="S::jho12@lenovo.com::8a968e0e-911c-4cd1-9050-33ff70f3211b" providerId="AD" clId="Web-{D2C723A5-94D6-BCC8-92EF-5E3A4F5F99C9}" dt="2026-10-07T23:53:27.511" v="216"/>
          <ac:spMkLst>
            <pc:docMk/>
            <pc:sldMk cId="1356860156" sldId="282"/>
            <ac:spMk id="6" creationId="{2533E512-615E-4965-9849-25FEAE959099}"/>
          </ac:spMkLst>
        </pc:spChg>
        <pc:spChg chg="add mod">
          <ac:chgData name="Eric Ho Ji Yuan" userId="S::jho12@lenovo.com::8a968e0e-911c-4cd1-9050-33ff70f3211b" providerId="AD" clId="Web-{D2C723A5-94D6-BCC8-92EF-5E3A4F5F99C9}" dt="2026-10-07T23:53:27.511" v="230"/>
          <ac:spMkLst>
            <pc:docMk/>
            <pc:sldMk cId="1356860156" sldId="282"/>
            <ac:spMk id="7" creationId="{3591464B-62C3-4E63-92DF-58804D7E81AC}"/>
          </ac:spMkLst>
        </pc:spChg>
        <pc:spChg chg="add mod">
          <ac:chgData name="Eric Ho Ji Yuan" userId="S::jho12@lenovo.com::8a968e0e-911c-4cd1-9050-33ff70f3211b" providerId="AD" clId="Web-{D2C723A5-94D6-BCC8-92EF-5E3A4F5F99C9}" dt="2026-10-07T23:53:27.511" v="244"/>
          <ac:spMkLst>
            <pc:docMk/>
            <pc:sldMk cId="1356860156" sldId="282"/>
            <ac:spMk id="8" creationId="{3C8B167F-9FFA-4F8C-9F7B-976FB8A4E795}"/>
          </ac:spMkLst>
        </pc:spChg>
        <pc:spChg chg="add mod">
          <ac:chgData name="Eric Ho Ji Yuan" userId="S::jho12@lenovo.com::8a968e0e-911c-4cd1-9050-33ff70f3211b" providerId="AD" clId="Web-{D2C723A5-94D6-BCC8-92EF-5E3A4F5F99C9}" dt="2026-10-07T23:53:27.511" v="247"/>
          <ac:spMkLst>
            <pc:docMk/>
            <pc:sldMk cId="1356860156" sldId="282"/>
            <ac:spMk id="9" creationId="{61AE828D-E619-4A8B-9BB7-546E654D322D}"/>
          </ac:spMkLst>
        </pc:spChg>
        <pc:spChg chg="add mod">
          <ac:chgData name="Eric Ho Ji Yuan" userId="S::jho12@lenovo.com::8a968e0e-911c-4cd1-9050-33ff70f3211b" providerId="AD" clId="Web-{D2C723A5-94D6-BCC8-92EF-5E3A4F5F99C9}" dt="2026-10-07T23:53:27.511" v="261"/>
          <ac:spMkLst>
            <pc:docMk/>
            <pc:sldMk cId="1356860156" sldId="282"/>
            <ac:spMk id="10" creationId="{31ACFAA2-A97C-47E1-B813-E87108171918}"/>
          </ac:spMkLst>
        </pc:spChg>
        <pc:spChg chg="add mod">
          <ac:chgData name="Eric Ho Ji Yuan" userId="S::jho12@lenovo.com::8a968e0e-911c-4cd1-9050-33ff70f3211b" providerId="AD" clId="Web-{D2C723A5-94D6-BCC8-92EF-5E3A4F5F99C9}" dt="2026-10-07T23:53:27.511" v="275"/>
          <ac:spMkLst>
            <pc:docMk/>
            <pc:sldMk cId="1356860156" sldId="282"/>
            <ac:spMk id="11" creationId="{7C120CBB-39CA-4DF1-90F3-ED140670B126}"/>
          </ac:spMkLst>
        </pc:spChg>
        <pc:spChg chg="add mod">
          <ac:chgData name="Eric Ho Ji Yuan" userId="S::jho12@lenovo.com::8a968e0e-911c-4cd1-9050-33ff70f3211b" providerId="AD" clId="Web-{D2C723A5-94D6-BCC8-92EF-5E3A4F5F99C9}" dt="2026-10-07T23:53:27.511" v="278"/>
          <ac:spMkLst>
            <pc:docMk/>
            <pc:sldMk cId="1356860156" sldId="282"/>
            <ac:spMk id="12" creationId="{921B8479-62A3-44A2-9FBE-2419AC5BE857}"/>
          </ac:spMkLst>
        </pc:spChg>
        <pc:spChg chg="add mod">
          <ac:chgData name="Eric Ho Ji Yuan" userId="S::jho12@lenovo.com::8a968e0e-911c-4cd1-9050-33ff70f3211b" providerId="AD" clId="Web-{D2C723A5-94D6-BCC8-92EF-5E3A4F5F99C9}" dt="2026-10-07T23:53:27.527" v="292"/>
          <ac:spMkLst>
            <pc:docMk/>
            <pc:sldMk cId="1356860156" sldId="282"/>
            <ac:spMk id="13" creationId="{E6947C06-057C-455C-8FB9-5C8EFA7CA9CC}"/>
          </ac:spMkLst>
        </pc:spChg>
        <pc:spChg chg="add mod">
          <ac:chgData name="Eric Ho Ji Yuan" userId="S::jho12@lenovo.com::8a968e0e-911c-4cd1-9050-33ff70f3211b" providerId="AD" clId="Web-{D2C723A5-94D6-BCC8-92EF-5E3A4F5F99C9}" dt="2026-10-07T23:53:27.527" v="306"/>
          <ac:spMkLst>
            <pc:docMk/>
            <pc:sldMk cId="1356860156" sldId="282"/>
            <ac:spMk id="14" creationId="{18AF2020-C81C-46C2-861A-4C4E183EB382}"/>
          </ac:spMkLst>
        </pc:spChg>
        <pc:spChg chg="add mod">
          <ac:chgData name="Eric Ho Ji Yuan" userId="S::jho12@lenovo.com::8a968e0e-911c-4cd1-9050-33ff70f3211b" providerId="AD" clId="Web-{D2C723A5-94D6-BCC8-92EF-5E3A4F5F99C9}" dt="2026-10-07T23:53:59.716" v="388"/>
          <ac:spMkLst>
            <pc:docMk/>
            <pc:sldMk cId="1356860156" sldId="282"/>
            <ac:spMk id="15" creationId="{49ABB6B4-BA30-4BAF-BCFC-ADED6D69F63B}"/>
          </ac:spMkLst>
        </pc:spChg>
        <pc:spChg chg="add mod">
          <ac:chgData name="Eric Ho Ji Yuan" userId="S::jho12@lenovo.com::8a968e0e-911c-4cd1-9050-33ff70f3211b" providerId="AD" clId="Web-{D2C723A5-94D6-BCC8-92EF-5E3A4F5F99C9}" dt="2026-10-07T23:53:59.716" v="390"/>
          <ac:spMkLst>
            <pc:docMk/>
            <pc:sldMk cId="1356860156" sldId="282"/>
            <ac:spMk id="16" creationId="{99868384-8A70-4C08-98B1-29C1B3C9BA64}"/>
          </ac:spMkLst>
        </pc:spChg>
        <pc:spChg chg="add mod">
          <ac:chgData name="Eric Ho Ji Yuan" userId="S::jho12@lenovo.com::8a968e0e-911c-4cd1-9050-33ff70f3211b" providerId="AD" clId="Web-{D2C723A5-94D6-BCC8-92EF-5E3A4F5F99C9}" dt="2026-10-07T23:53:59.716" v="391"/>
          <ac:spMkLst>
            <pc:docMk/>
            <pc:sldMk cId="1356860156" sldId="282"/>
            <ac:spMk id="17" creationId="{3DB9182F-9C38-4DDE-81CD-1194F9F35792}"/>
          </ac:spMkLst>
        </pc:spChg>
        <pc:spChg chg="add mod">
          <ac:chgData name="Eric Ho Ji Yuan" userId="S::jho12@lenovo.com::8a968e0e-911c-4cd1-9050-33ff70f3211b" providerId="AD" clId="Web-{D2C723A5-94D6-BCC8-92EF-5E3A4F5F99C9}" dt="2026-10-07T23:53:59.716" v="379"/>
          <ac:spMkLst>
            <pc:docMk/>
            <pc:sldMk cId="1356860156" sldId="282"/>
            <ac:spMk id="18" creationId="{DA570913-275B-422E-BFA8-4AA9B44351D4}"/>
          </ac:spMkLst>
        </pc:spChg>
        <pc:spChg chg="add mod">
          <ac:chgData name="Eric Ho Ji Yuan" userId="S::jho12@lenovo.com::8a968e0e-911c-4cd1-9050-33ff70f3211b" providerId="AD" clId="Web-{D2C723A5-94D6-BCC8-92EF-5E3A4F5F99C9}" dt="2026-10-07T23:53:59.716" v="393"/>
          <ac:spMkLst>
            <pc:docMk/>
            <pc:sldMk cId="1356860156" sldId="282"/>
            <ac:spMk id="19" creationId="{80DDB0CD-4B67-4508-878D-61284CEA6BBA}"/>
          </ac:spMkLst>
        </pc:spChg>
        <pc:spChg chg="add mod">
          <ac:chgData name="Eric Ho Ji Yuan" userId="S::jho12@lenovo.com::8a968e0e-911c-4cd1-9050-33ff70f3211b" providerId="AD" clId="Web-{D2C723A5-94D6-BCC8-92EF-5E3A4F5F99C9}" dt="2026-10-07T23:53:59.716" v="394"/>
          <ac:spMkLst>
            <pc:docMk/>
            <pc:sldMk cId="1356860156" sldId="282"/>
            <ac:spMk id="20" creationId="{ED317EDD-E6C2-400D-BD89-3D2AB1323A5B}"/>
          </ac:spMkLst>
        </pc:spChg>
        <pc:spChg chg="add mod">
          <ac:chgData name="Eric Ho Ji Yuan" userId="S::jho12@lenovo.com::8a968e0e-911c-4cd1-9050-33ff70f3211b" providerId="AD" clId="Web-{D2C723A5-94D6-BCC8-92EF-5E3A4F5F99C9}" dt="2026-10-07T23:54:19.811" v="398"/>
          <ac:spMkLst>
            <pc:docMk/>
            <pc:sldMk cId="1356860156" sldId="282"/>
            <ac:spMk id="21" creationId="{7E66762A-E38B-497F-89BE-0F94B8FD725B}"/>
          </ac:spMkLst>
        </pc:spChg>
        <pc:spChg chg="add mod">
          <ac:chgData name="Eric Ho Ji Yuan" userId="S::jho12@lenovo.com::8a968e0e-911c-4cd1-9050-33ff70f3211b" providerId="AD" clId="Web-{D2C723A5-94D6-BCC8-92EF-5E3A4F5F99C9}" dt="2026-10-07T23:53:59.732" v="396"/>
          <ac:spMkLst>
            <pc:docMk/>
            <pc:sldMk cId="1356860156" sldId="282"/>
            <ac:spMk id="22" creationId="{32BB9D8E-439D-41A6-BE79-70932ABDFC12}"/>
          </ac:spMkLst>
        </pc:spChg>
        <pc:spChg chg="add mod">
          <ac:chgData name="Eric Ho Ji Yuan" userId="S::jho12@lenovo.com::8a968e0e-911c-4cd1-9050-33ff70f3211b" providerId="AD" clId="Web-{D2C723A5-94D6-BCC8-92EF-5E3A4F5F99C9}" dt="2026-10-07T23:53:59.732" v="397"/>
          <ac:spMkLst>
            <pc:docMk/>
            <pc:sldMk cId="1356860156" sldId="282"/>
            <ac:spMk id="23" creationId="{57A3CAE2-53FE-49B3-972D-4233B9471B39}"/>
          </ac:spMkLst>
        </pc:spChg>
        <pc:spChg chg="add mod">
          <ac:chgData name="Eric Ho Ji Yuan" userId="S::jho12@lenovo.com::8a968e0e-911c-4cd1-9050-33ff70f3211b" providerId="AD" clId="Web-{D2C723A5-94D6-BCC8-92EF-5E3A4F5F99C9}" dt="2026-10-07T23:53:59.716" v="387"/>
          <ac:spMkLst>
            <pc:docMk/>
            <pc:sldMk cId="1356860156" sldId="282"/>
            <ac:spMk id="24" creationId="{52CB4AA6-D29E-457D-9600-5CCB3843D2DA}"/>
          </ac:spMkLst>
        </pc:spChg>
      </pc:sldChg>
      <pc:sldChg chg="addSp modSp new">
        <pc:chgData name="Eric Ho Ji Yuan" userId="S::jho12@lenovo.com::8a968e0e-911c-4cd1-9050-33ff70f3211b" providerId="AD" clId="Web-{D2C723A5-94D6-BCC8-92EF-5E3A4F5F99C9}" dt="2026-10-07T23:54:49.657" v="506"/>
        <pc:sldMkLst>
          <pc:docMk/>
          <pc:sldMk cId="2397588003" sldId="283"/>
        </pc:sldMkLst>
        <pc:spChg chg="mod">
          <ac:chgData name="Eric Ho Ji Yuan" userId="S::jho12@lenovo.com::8a968e0e-911c-4cd1-9050-33ff70f3211b" providerId="AD" clId="Web-{D2C723A5-94D6-BCC8-92EF-5E3A4F5F99C9}" dt="2026-10-07T23:54:49.641" v="400"/>
          <ac:spMkLst>
            <pc:docMk/>
            <pc:sldMk cId="2397588003" sldId="283"/>
            <ac:spMk id="3" creationId="{D3E060A7-9B14-EC97-27B5-A004BD35D323}"/>
          </ac:spMkLst>
        </pc:spChg>
        <pc:spChg chg="add mod">
          <ac:chgData name="Eric Ho Ji Yuan" userId="S::jho12@lenovo.com::8a968e0e-911c-4cd1-9050-33ff70f3211b" providerId="AD" clId="Web-{D2C723A5-94D6-BCC8-92EF-5E3A4F5F99C9}" dt="2026-10-07T23:54:49.641" v="421"/>
          <ac:spMkLst>
            <pc:docMk/>
            <pc:sldMk cId="2397588003" sldId="283"/>
            <ac:spMk id="4" creationId="{CF5D3E63-7C9F-4739-B503-1B48968288F3}"/>
          </ac:spMkLst>
        </pc:spChg>
        <pc:spChg chg="add mod">
          <ac:chgData name="Eric Ho Ji Yuan" userId="S::jho12@lenovo.com::8a968e0e-911c-4cd1-9050-33ff70f3211b" providerId="AD" clId="Web-{D2C723A5-94D6-BCC8-92EF-5E3A4F5F99C9}" dt="2026-10-07T23:54:49.641" v="440"/>
          <ac:spMkLst>
            <pc:docMk/>
            <pc:sldMk cId="2397588003" sldId="283"/>
            <ac:spMk id="5" creationId="{CC553D74-A3A6-441B-933F-B77E8B934FB5}"/>
          </ac:spMkLst>
        </pc:spChg>
        <pc:spChg chg="add mod">
          <ac:chgData name="Eric Ho Ji Yuan" userId="S::jho12@lenovo.com::8a968e0e-911c-4cd1-9050-33ff70f3211b" providerId="AD" clId="Web-{D2C723A5-94D6-BCC8-92EF-5E3A4F5F99C9}" dt="2026-10-07T23:54:49.641" v="459"/>
          <ac:spMkLst>
            <pc:docMk/>
            <pc:sldMk cId="2397588003" sldId="283"/>
            <ac:spMk id="6" creationId="{152721A4-B435-48B1-B236-57F4AA5A5D07}"/>
          </ac:spMkLst>
        </pc:spChg>
        <pc:spChg chg="add mod">
          <ac:chgData name="Eric Ho Ji Yuan" userId="S::jho12@lenovo.com::8a968e0e-911c-4cd1-9050-33ff70f3211b" providerId="AD" clId="Web-{D2C723A5-94D6-BCC8-92EF-5E3A4F5F99C9}" dt="2026-10-07T23:54:49.641" v="478"/>
          <ac:spMkLst>
            <pc:docMk/>
            <pc:sldMk cId="2397588003" sldId="283"/>
            <ac:spMk id="7" creationId="{B0089DB0-20BA-465C-8559-474E174A7A7E}"/>
          </ac:spMkLst>
        </pc:spChg>
        <pc:spChg chg="add mod">
          <ac:chgData name="Eric Ho Ji Yuan" userId="S::jho12@lenovo.com::8a968e0e-911c-4cd1-9050-33ff70f3211b" providerId="AD" clId="Web-{D2C723A5-94D6-BCC8-92EF-5E3A4F5F99C9}" dt="2026-10-07T23:54:49.657" v="497"/>
          <ac:spMkLst>
            <pc:docMk/>
            <pc:sldMk cId="2397588003" sldId="283"/>
            <ac:spMk id="8" creationId="{BA8CAE64-09EA-45FF-B77E-6D352EB809F3}"/>
          </ac:spMkLst>
        </pc:spChg>
        <pc:spChg chg="add mod">
          <ac:chgData name="Eric Ho Ji Yuan" userId="S::jho12@lenovo.com::8a968e0e-911c-4cd1-9050-33ff70f3211b" providerId="AD" clId="Web-{D2C723A5-94D6-BCC8-92EF-5E3A4F5F99C9}" dt="2026-10-07T23:54:49.657" v="500"/>
          <ac:spMkLst>
            <pc:docMk/>
            <pc:sldMk cId="2397588003" sldId="283"/>
            <ac:spMk id="9" creationId="{C5ACF110-31BF-4B5F-8EF9-8BFC65081065}"/>
          </ac:spMkLst>
        </pc:spChg>
        <pc:spChg chg="add mod">
          <ac:chgData name="Eric Ho Ji Yuan" userId="S::jho12@lenovo.com::8a968e0e-911c-4cd1-9050-33ff70f3211b" providerId="AD" clId="Web-{D2C723A5-94D6-BCC8-92EF-5E3A4F5F99C9}" dt="2026-10-07T23:54:49.657" v="503"/>
          <ac:spMkLst>
            <pc:docMk/>
            <pc:sldMk cId="2397588003" sldId="283"/>
            <ac:spMk id="10" creationId="{92BB9008-454E-4132-8638-217BDDEF2F92}"/>
          </ac:spMkLst>
        </pc:spChg>
        <pc:spChg chg="add mod">
          <ac:chgData name="Eric Ho Ji Yuan" userId="S::jho12@lenovo.com::8a968e0e-911c-4cd1-9050-33ff70f3211b" providerId="AD" clId="Web-{D2C723A5-94D6-BCC8-92EF-5E3A4F5F99C9}" dt="2026-10-07T23:54:49.657" v="506"/>
          <ac:spMkLst>
            <pc:docMk/>
            <pc:sldMk cId="2397588003" sldId="283"/>
            <ac:spMk id="11" creationId="{58AD558D-675F-4E40-BEDB-A19EB7BDCF90}"/>
          </ac:spMkLst>
        </pc:spChg>
      </pc:sldChg>
      <pc:sldChg chg="addSp modSp new">
        <pc:chgData name="Eric Ho Ji Yuan" userId="S::jho12@lenovo.com::8a968e0e-911c-4cd1-9050-33ff70f3211b" providerId="AD" clId="Web-{D2C723A5-94D6-BCC8-92EF-5E3A4F5F99C9}" dt="2026-10-07T23:56:02.411" v="825"/>
        <pc:sldMkLst>
          <pc:docMk/>
          <pc:sldMk cId="2613862518" sldId="284"/>
        </pc:sldMkLst>
        <pc:spChg chg="mod">
          <ac:chgData name="Eric Ho Ji Yuan" userId="S::jho12@lenovo.com::8a968e0e-911c-4cd1-9050-33ff70f3211b" providerId="AD" clId="Web-{D2C723A5-94D6-BCC8-92EF-5E3A4F5F99C9}" dt="2026-10-07T23:56:02.396" v="813"/>
          <ac:spMkLst>
            <pc:docMk/>
            <pc:sldMk cId="2613862518" sldId="284"/>
            <ac:spMk id="3" creationId="{435F9D94-4ADF-5E49-A24A-FC136535019C}"/>
          </ac:spMkLst>
        </pc:spChg>
        <pc:graphicFrameChg chg="add mod modGraphic">
          <ac:chgData name="Eric Ho Ji Yuan" userId="S::jho12@lenovo.com::8a968e0e-911c-4cd1-9050-33ff70f3211b" providerId="AD" clId="Web-{D2C723A5-94D6-BCC8-92EF-5E3A4F5F99C9}" dt="2026-10-07T23:56:02.411" v="825"/>
          <ac:graphicFrameMkLst>
            <pc:docMk/>
            <pc:sldMk cId="2613862518" sldId="284"/>
            <ac:graphicFrameMk id="5" creationId="{423BEC5E-833A-4345-ABB3-F5C9E617FC6F}"/>
          </ac:graphicFrameMkLst>
        </pc:graphicFrameChg>
      </pc:sldChg>
      <pc:sldChg chg="modSp new">
        <pc:chgData name="Eric Ho Ji Yuan" userId="S::jho12@lenovo.com::8a968e0e-911c-4cd1-9050-33ff70f3211b" providerId="AD" clId="Web-{D2C723A5-94D6-BCC8-92EF-5E3A4F5F99C9}" dt="2026-10-07T23:55:07.283" v="510"/>
        <pc:sldMkLst>
          <pc:docMk/>
          <pc:sldMk cId="222014286" sldId="285"/>
        </pc:sldMkLst>
        <pc:spChg chg="mod">
          <ac:chgData name="Eric Ho Ji Yuan" userId="S::jho12@lenovo.com::8a968e0e-911c-4cd1-9050-33ff70f3211b" providerId="AD" clId="Web-{D2C723A5-94D6-BCC8-92EF-5E3A4F5F99C9}" dt="2026-10-07T23:55:07.267" v="509"/>
          <ac:spMkLst>
            <pc:docMk/>
            <pc:sldMk cId="222014286" sldId="285"/>
            <ac:spMk id="2" creationId="{079FBC93-FD13-3ED0-FA61-B5219D1E20F4}"/>
          </ac:spMkLst>
        </pc:spChg>
        <pc:spChg chg="mod">
          <ac:chgData name="Eric Ho Ji Yuan" userId="S::jho12@lenovo.com::8a968e0e-911c-4cd1-9050-33ff70f3211b" providerId="AD" clId="Web-{D2C723A5-94D6-BCC8-92EF-5E3A4F5F99C9}" dt="2026-10-07T23:55:07.283" v="510"/>
          <ac:spMkLst>
            <pc:docMk/>
            <pc:sldMk cId="222014286" sldId="285"/>
            <ac:spMk id="3" creationId="{32130236-D16D-0996-9C09-B5F7D2BB2E1F}"/>
          </ac:spMkLst>
        </pc:spChg>
      </pc:sldChg>
      <pc:sldChg chg="addSp modSp new">
        <pc:chgData name="Eric Ho Ji Yuan" userId="S::jho12@lenovo.com::8a968e0e-911c-4cd1-9050-33ff70f3211b" providerId="AD" clId="Web-{D2C723A5-94D6-BCC8-92EF-5E3A4F5F99C9}" dt="2026-10-07T23:58:29.576" v="1260"/>
        <pc:sldMkLst>
          <pc:docMk/>
          <pc:sldMk cId="714993948" sldId="286"/>
        </pc:sldMkLst>
        <pc:spChg chg="mod">
          <ac:chgData name="Eric Ho Ji Yuan" userId="S::jho12@lenovo.com::8a968e0e-911c-4cd1-9050-33ff70f3211b" providerId="AD" clId="Web-{D2C723A5-94D6-BCC8-92EF-5E3A4F5F99C9}" dt="2026-10-07T23:58:06.091" v="1062"/>
          <ac:spMkLst>
            <pc:docMk/>
            <pc:sldMk cId="714993948" sldId="286"/>
            <ac:spMk id="3" creationId="{555C6289-56B6-9C8D-B25A-0ECA19DDE3E4}"/>
          </ac:spMkLst>
        </pc:spChg>
        <pc:spChg chg="add mod">
          <ac:chgData name="Eric Ho Ji Yuan" userId="S::jho12@lenovo.com::8a968e0e-911c-4cd1-9050-33ff70f3211b" providerId="AD" clId="Web-{D2C723A5-94D6-BCC8-92EF-5E3A4F5F99C9}" dt="2026-10-07T23:58:06.091" v="1072"/>
          <ac:spMkLst>
            <pc:docMk/>
            <pc:sldMk cId="714993948" sldId="286"/>
            <ac:spMk id="4" creationId="{1DFA1171-8F27-4D28-9692-B09B63AC81AF}"/>
          </ac:spMkLst>
        </pc:spChg>
        <pc:spChg chg="add mod">
          <ac:chgData name="Eric Ho Ji Yuan" userId="S::jho12@lenovo.com::8a968e0e-911c-4cd1-9050-33ff70f3211b" providerId="AD" clId="Web-{D2C723A5-94D6-BCC8-92EF-5E3A4F5F99C9}" dt="2026-10-07T23:58:06.091" v="1088"/>
          <ac:spMkLst>
            <pc:docMk/>
            <pc:sldMk cId="714993948" sldId="286"/>
            <ac:spMk id="5" creationId="{16BAB443-86BD-421A-835F-3CA34C0F5C26}"/>
          </ac:spMkLst>
        </pc:spChg>
        <pc:spChg chg="add mod">
          <ac:chgData name="Eric Ho Ji Yuan" userId="S::jho12@lenovo.com::8a968e0e-911c-4cd1-9050-33ff70f3211b" providerId="AD" clId="Web-{D2C723A5-94D6-BCC8-92EF-5E3A4F5F99C9}" dt="2026-10-07T23:58:06.091" v="1097"/>
          <ac:spMkLst>
            <pc:docMk/>
            <pc:sldMk cId="714993948" sldId="286"/>
            <ac:spMk id="6" creationId="{E38F9C39-E9F2-480F-BA12-A20A778B59F7}"/>
          </ac:spMkLst>
        </pc:spChg>
        <pc:spChg chg="add mod">
          <ac:chgData name="Eric Ho Ji Yuan" userId="S::jho12@lenovo.com::8a968e0e-911c-4cd1-9050-33ff70f3211b" providerId="AD" clId="Web-{D2C723A5-94D6-BCC8-92EF-5E3A4F5F99C9}" dt="2026-10-07T23:58:06.091" v="1106"/>
          <ac:spMkLst>
            <pc:docMk/>
            <pc:sldMk cId="714993948" sldId="286"/>
            <ac:spMk id="7" creationId="{71376259-5C61-415F-97F7-F87E0CA2A7EB}"/>
          </ac:spMkLst>
        </pc:spChg>
        <pc:spChg chg="add mod">
          <ac:chgData name="Eric Ho Ji Yuan" userId="S::jho12@lenovo.com::8a968e0e-911c-4cd1-9050-33ff70f3211b" providerId="AD" clId="Web-{D2C723A5-94D6-BCC8-92EF-5E3A4F5F99C9}" dt="2026-10-07T23:58:06.091" v="1116"/>
          <ac:spMkLst>
            <pc:docMk/>
            <pc:sldMk cId="714993948" sldId="286"/>
            <ac:spMk id="8" creationId="{713E9295-45C6-418F-A5FA-9932A1520F84}"/>
          </ac:spMkLst>
        </pc:spChg>
        <pc:spChg chg="add mod">
          <ac:chgData name="Eric Ho Ji Yuan" userId="S::jho12@lenovo.com::8a968e0e-911c-4cd1-9050-33ff70f3211b" providerId="AD" clId="Web-{D2C723A5-94D6-BCC8-92EF-5E3A4F5F99C9}" dt="2026-10-07T23:58:06.091" v="1135"/>
          <ac:spMkLst>
            <pc:docMk/>
            <pc:sldMk cId="714993948" sldId="286"/>
            <ac:spMk id="10" creationId="{0D2DC217-15E2-4904-B93A-F8F9D1DE3B38}"/>
          </ac:spMkLst>
        </pc:spChg>
        <pc:spChg chg="add mod">
          <ac:chgData name="Eric Ho Ji Yuan" userId="S::jho12@lenovo.com::8a968e0e-911c-4cd1-9050-33ff70f3211b" providerId="AD" clId="Web-{D2C723A5-94D6-BCC8-92EF-5E3A4F5F99C9}" dt="2026-10-07T23:58:06.106" v="1144"/>
          <ac:spMkLst>
            <pc:docMk/>
            <pc:sldMk cId="714993948" sldId="286"/>
            <ac:spMk id="11" creationId="{F031EFC7-F19E-4E42-A9E2-1ED86C921243}"/>
          </ac:spMkLst>
        </pc:spChg>
        <pc:spChg chg="add mod">
          <ac:chgData name="Eric Ho Ji Yuan" userId="S::jho12@lenovo.com::8a968e0e-911c-4cd1-9050-33ff70f3211b" providerId="AD" clId="Web-{D2C723A5-94D6-BCC8-92EF-5E3A4F5F99C9}" dt="2026-10-07T23:58:06.106" v="1153"/>
          <ac:spMkLst>
            <pc:docMk/>
            <pc:sldMk cId="714993948" sldId="286"/>
            <ac:spMk id="12" creationId="{5B87B980-DC1C-4C16-A70F-17D31726FFFE}"/>
          </ac:spMkLst>
        </pc:spChg>
        <pc:spChg chg="add mod">
          <ac:chgData name="Eric Ho Ji Yuan" userId="S::jho12@lenovo.com::8a968e0e-911c-4cd1-9050-33ff70f3211b" providerId="AD" clId="Web-{D2C723A5-94D6-BCC8-92EF-5E3A4F5F99C9}" dt="2026-10-07T23:58:06.106" v="1163"/>
          <ac:spMkLst>
            <pc:docMk/>
            <pc:sldMk cId="714993948" sldId="286"/>
            <ac:spMk id="13" creationId="{08170ED9-A55E-40F4-ACF2-AD08BFB4E19E}"/>
          </ac:spMkLst>
        </pc:spChg>
        <pc:spChg chg="add mod">
          <ac:chgData name="Eric Ho Ji Yuan" userId="S::jho12@lenovo.com::8a968e0e-911c-4cd1-9050-33ff70f3211b" providerId="AD" clId="Web-{D2C723A5-94D6-BCC8-92EF-5E3A4F5F99C9}" dt="2026-10-07T23:58:06.106" v="1182"/>
          <ac:spMkLst>
            <pc:docMk/>
            <pc:sldMk cId="714993948" sldId="286"/>
            <ac:spMk id="15" creationId="{77E92C31-13E6-4963-BFC8-3F37923189F9}"/>
          </ac:spMkLst>
        </pc:spChg>
        <pc:spChg chg="add mod">
          <ac:chgData name="Eric Ho Ji Yuan" userId="S::jho12@lenovo.com::8a968e0e-911c-4cd1-9050-33ff70f3211b" providerId="AD" clId="Web-{D2C723A5-94D6-BCC8-92EF-5E3A4F5F99C9}" dt="2026-10-07T23:58:06.106" v="1191"/>
          <ac:spMkLst>
            <pc:docMk/>
            <pc:sldMk cId="714993948" sldId="286"/>
            <ac:spMk id="16" creationId="{813D78F4-C300-4A31-9B6C-F29CF8AB27AE}"/>
          </ac:spMkLst>
        </pc:spChg>
        <pc:spChg chg="add mod">
          <ac:chgData name="Eric Ho Ji Yuan" userId="S::jho12@lenovo.com::8a968e0e-911c-4cd1-9050-33ff70f3211b" providerId="AD" clId="Web-{D2C723A5-94D6-BCC8-92EF-5E3A4F5F99C9}" dt="2026-10-07T23:58:06.106" v="1200"/>
          <ac:spMkLst>
            <pc:docMk/>
            <pc:sldMk cId="714993948" sldId="286"/>
            <ac:spMk id="17" creationId="{14193811-60BC-433E-9197-7B28A6F34633}"/>
          </ac:spMkLst>
        </pc:spChg>
        <pc:spChg chg="add mod">
          <ac:chgData name="Eric Ho Ji Yuan" userId="S::jho12@lenovo.com::8a968e0e-911c-4cd1-9050-33ff70f3211b" providerId="AD" clId="Web-{D2C723A5-94D6-BCC8-92EF-5E3A4F5F99C9}" dt="2026-10-07T23:58:06.106" v="1210"/>
          <ac:spMkLst>
            <pc:docMk/>
            <pc:sldMk cId="714993948" sldId="286"/>
            <ac:spMk id="18" creationId="{F761FE6C-8AEB-40B9-BA83-03827A174D20}"/>
          </ac:spMkLst>
        </pc:spChg>
        <pc:spChg chg="add mod">
          <ac:chgData name="Eric Ho Ji Yuan" userId="S::jho12@lenovo.com::8a968e0e-911c-4cd1-9050-33ff70f3211b" providerId="AD" clId="Web-{D2C723A5-94D6-BCC8-92EF-5E3A4F5F99C9}" dt="2026-10-07T23:58:06.122" v="1229"/>
          <ac:spMkLst>
            <pc:docMk/>
            <pc:sldMk cId="714993948" sldId="286"/>
            <ac:spMk id="20" creationId="{08E7C097-D7B7-41C0-9CC4-C6C18DC81D1C}"/>
          </ac:spMkLst>
        </pc:spChg>
        <pc:spChg chg="add mod">
          <ac:chgData name="Eric Ho Ji Yuan" userId="S::jho12@lenovo.com::8a968e0e-911c-4cd1-9050-33ff70f3211b" providerId="AD" clId="Web-{D2C723A5-94D6-BCC8-92EF-5E3A4F5F99C9}" dt="2026-10-07T23:58:06.122" v="1238"/>
          <ac:spMkLst>
            <pc:docMk/>
            <pc:sldMk cId="714993948" sldId="286"/>
            <ac:spMk id="21" creationId="{86592B3D-10C6-4842-A46C-E0A4A6286D2D}"/>
          </ac:spMkLst>
        </pc:spChg>
        <pc:spChg chg="add mod">
          <ac:chgData name="Eric Ho Ji Yuan" userId="S::jho12@lenovo.com::8a968e0e-911c-4cd1-9050-33ff70f3211b" providerId="AD" clId="Web-{D2C723A5-94D6-BCC8-92EF-5E3A4F5F99C9}" dt="2026-10-07T23:58:06.122" v="1247"/>
          <ac:spMkLst>
            <pc:docMk/>
            <pc:sldMk cId="714993948" sldId="286"/>
            <ac:spMk id="22" creationId="{CEF16C1F-862B-4E96-92CE-ECC42743A095}"/>
          </ac:spMkLst>
        </pc:spChg>
        <pc:spChg chg="add mod">
          <ac:chgData name="Eric Ho Ji Yuan" userId="S::jho12@lenovo.com::8a968e0e-911c-4cd1-9050-33ff70f3211b" providerId="AD" clId="Web-{D2C723A5-94D6-BCC8-92EF-5E3A4F5F99C9}" dt="2026-10-07T23:58:06.122" v="1257"/>
          <ac:spMkLst>
            <pc:docMk/>
            <pc:sldMk cId="714993948" sldId="286"/>
            <ac:spMk id="23" creationId="{6E45A715-BA9B-4235-B34A-8C2E3ECBC0CF}"/>
          </ac:spMkLst>
        </pc:spChg>
        <pc:cxnChg chg="add mod">
          <ac:chgData name="Eric Ho Ji Yuan" userId="S::jho12@lenovo.com::8a968e0e-911c-4cd1-9050-33ff70f3211b" providerId="AD" clId="Web-{D2C723A5-94D6-BCC8-92EF-5E3A4F5F99C9}" dt="2026-10-07T23:58:29.576" v="1258"/>
          <ac:cxnSpMkLst>
            <pc:docMk/>
            <pc:sldMk cId="714993948" sldId="286"/>
            <ac:cxnSpMk id="9" creationId="{A911F9B0-B306-43F3-B990-DFFBCF49236B}"/>
          </ac:cxnSpMkLst>
        </pc:cxnChg>
        <pc:cxnChg chg="add mod">
          <ac:chgData name="Eric Ho Ji Yuan" userId="S::jho12@lenovo.com::8a968e0e-911c-4cd1-9050-33ff70f3211b" providerId="AD" clId="Web-{D2C723A5-94D6-BCC8-92EF-5E3A4F5F99C9}" dt="2026-10-07T23:58:29.576" v="1259"/>
          <ac:cxnSpMkLst>
            <pc:docMk/>
            <pc:sldMk cId="714993948" sldId="286"/>
            <ac:cxnSpMk id="14" creationId="{1C346776-0444-427A-9A65-F79F5DAD0D0E}"/>
          </ac:cxnSpMkLst>
        </pc:cxnChg>
        <pc:cxnChg chg="add mod">
          <ac:chgData name="Eric Ho Ji Yuan" userId="S::jho12@lenovo.com::8a968e0e-911c-4cd1-9050-33ff70f3211b" providerId="AD" clId="Web-{D2C723A5-94D6-BCC8-92EF-5E3A4F5F99C9}" dt="2026-10-07T23:58:29.576" v="1260"/>
          <ac:cxnSpMkLst>
            <pc:docMk/>
            <pc:sldMk cId="714993948" sldId="286"/>
            <ac:cxnSpMk id="19" creationId="{515E5C20-3063-4681-B1E2-E9B4ACCF877E}"/>
          </ac:cxnSpMkLst>
        </pc:cxnChg>
      </pc:sldChg>
      <pc:sldChg chg="addSp modSp new">
        <pc:chgData name="Eric Ho Ji Yuan" userId="S::jho12@lenovo.com::8a968e0e-911c-4cd1-9050-33ff70f3211b" providerId="AD" clId="Web-{D2C723A5-94D6-BCC8-92EF-5E3A4F5F99C9}" dt="2026-10-07T23:57:54.574" v="1061"/>
        <pc:sldMkLst>
          <pc:docMk/>
          <pc:sldMk cId="701290912" sldId="287"/>
        </pc:sldMkLst>
        <pc:spChg chg="mod">
          <ac:chgData name="Eric Ho Ji Yuan" userId="S::jho12@lenovo.com::8a968e0e-911c-4cd1-9050-33ff70f3211b" providerId="AD" clId="Web-{D2C723A5-94D6-BCC8-92EF-5E3A4F5F99C9}" dt="2026-10-07T23:56:44.554" v="950"/>
          <ac:spMkLst>
            <pc:docMk/>
            <pc:sldMk cId="701290912" sldId="287"/>
            <ac:spMk id="3" creationId="{042062A8-3122-8E30-5E86-19218D1FC6D7}"/>
          </ac:spMkLst>
        </pc:spChg>
        <pc:spChg chg="add mod">
          <ac:chgData name="Eric Ho Ji Yuan" userId="S::jho12@lenovo.com::8a968e0e-911c-4cd1-9050-33ff70f3211b" providerId="AD" clId="Web-{D2C723A5-94D6-BCC8-92EF-5E3A4F5F99C9}" dt="2026-10-07T23:56:44.554" v="961"/>
          <ac:spMkLst>
            <pc:docMk/>
            <pc:sldMk cId="701290912" sldId="287"/>
            <ac:spMk id="4" creationId="{527E1662-2386-48CF-98B0-8AE9FAC16A4F}"/>
          </ac:spMkLst>
        </pc:spChg>
        <pc:spChg chg="add mod">
          <ac:chgData name="Eric Ho Ji Yuan" userId="S::jho12@lenovo.com::8a968e0e-911c-4cd1-9050-33ff70f3211b" providerId="AD" clId="Web-{D2C723A5-94D6-BCC8-92EF-5E3A4F5F99C9}" dt="2026-10-07T23:56:44.554" v="964"/>
          <ac:spMkLst>
            <pc:docMk/>
            <pc:sldMk cId="701290912" sldId="287"/>
            <ac:spMk id="5" creationId="{583C1EF9-DD66-469F-B336-E2FC9D5CC3A0}"/>
          </ac:spMkLst>
        </pc:spChg>
        <pc:spChg chg="add mod">
          <ac:chgData name="Eric Ho Ji Yuan" userId="S::jho12@lenovo.com::8a968e0e-911c-4cd1-9050-33ff70f3211b" providerId="AD" clId="Web-{D2C723A5-94D6-BCC8-92EF-5E3A4F5F99C9}" dt="2026-10-07T23:56:44.554" v="972"/>
          <ac:spMkLst>
            <pc:docMk/>
            <pc:sldMk cId="701290912" sldId="287"/>
            <ac:spMk id="6" creationId="{D07E1BDB-D2F2-47FA-AF04-04C31D8AA845}"/>
          </ac:spMkLst>
        </pc:spChg>
        <pc:spChg chg="add mod">
          <ac:chgData name="Eric Ho Ji Yuan" userId="S::jho12@lenovo.com::8a968e0e-911c-4cd1-9050-33ff70f3211b" providerId="AD" clId="Web-{D2C723A5-94D6-BCC8-92EF-5E3A4F5F99C9}" dt="2026-10-07T23:56:44.554" v="975"/>
          <ac:spMkLst>
            <pc:docMk/>
            <pc:sldMk cId="701290912" sldId="287"/>
            <ac:spMk id="7" creationId="{3DFD6D1A-ED0A-4A4F-8F2B-A003C776E3E0}"/>
          </ac:spMkLst>
        </pc:spChg>
        <pc:spChg chg="add mod">
          <ac:chgData name="Eric Ho Ji Yuan" userId="S::jho12@lenovo.com::8a968e0e-911c-4cd1-9050-33ff70f3211b" providerId="AD" clId="Web-{D2C723A5-94D6-BCC8-92EF-5E3A4F5F99C9}" dt="2026-10-07T23:56:44.554" v="983"/>
          <ac:spMkLst>
            <pc:docMk/>
            <pc:sldMk cId="701290912" sldId="287"/>
            <ac:spMk id="8" creationId="{DD3F3284-8609-49B9-A1A4-E0275DDF785B}"/>
          </ac:spMkLst>
        </pc:spChg>
        <pc:spChg chg="add mod">
          <ac:chgData name="Eric Ho Ji Yuan" userId="S::jho12@lenovo.com::8a968e0e-911c-4cd1-9050-33ff70f3211b" providerId="AD" clId="Web-{D2C723A5-94D6-BCC8-92EF-5E3A4F5F99C9}" dt="2026-10-07T23:56:44.554" v="986"/>
          <ac:spMkLst>
            <pc:docMk/>
            <pc:sldMk cId="701290912" sldId="287"/>
            <ac:spMk id="9" creationId="{83FC866F-5102-4DEE-A943-D3235781273E}"/>
          </ac:spMkLst>
        </pc:spChg>
        <pc:spChg chg="add mod">
          <ac:chgData name="Eric Ho Ji Yuan" userId="S::jho12@lenovo.com::8a968e0e-911c-4cd1-9050-33ff70f3211b" providerId="AD" clId="Web-{D2C723A5-94D6-BCC8-92EF-5E3A4F5F99C9}" dt="2026-10-07T23:56:44.554" v="994"/>
          <ac:spMkLst>
            <pc:docMk/>
            <pc:sldMk cId="701290912" sldId="287"/>
            <ac:spMk id="10" creationId="{65B79892-15A9-4085-981C-573B07374BA2}"/>
          </ac:spMkLst>
        </pc:spChg>
        <pc:spChg chg="add mod">
          <ac:chgData name="Eric Ho Ji Yuan" userId="S::jho12@lenovo.com::8a968e0e-911c-4cd1-9050-33ff70f3211b" providerId="AD" clId="Web-{D2C723A5-94D6-BCC8-92EF-5E3A4F5F99C9}" dt="2026-10-07T23:56:44.554" v="997"/>
          <ac:spMkLst>
            <pc:docMk/>
            <pc:sldMk cId="701290912" sldId="287"/>
            <ac:spMk id="11" creationId="{F33E1867-5AD4-4F07-BDA6-C9702C1F7CBE}"/>
          </ac:spMkLst>
        </pc:spChg>
        <pc:spChg chg="add mod">
          <ac:chgData name="Eric Ho Ji Yuan" userId="S::jho12@lenovo.com::8a968e0e-911c-4cd1-9050-33ff70f3211b" providerId="AD" clId="Web-{D2C723A5-94D6-BCC8-92EF-5E3A4F5F99C9}" dt="2026-10-07T23:56:44.554" v="1005"/>
          <ac:spMkLst>
            <pc:docMk/>
            <pc:sldMk cId="701290912" sldId="287"/>
            <ac:spMk id="12" creationId="{BF1CF677-3DF4-4114-AB66-9345BF04FA5A}"/>
          </ac:spMkLst>
        </pc:spChg>
        <pc:spChg chg="add mod">
          <ac:chgData name="Eric Ho Ji Yuan" userId="S::jho12@lenovo.com::8a968e0e-911c-4cd1-9050-33ff70f3211b" providerId="AD" clId="Web-{D2C723A5-94D6-BCC8-92EF-5E3A4F5F99C9}" dt="2026-10-07T23:56:44.570" v="1008"/>
          <ac:spMkLst>
            <pc:docMk/>
            <pc:sldMk cId="701290912" sldId="287"/>
            <ac:spMk id="13" creationId="{A6A1FB97-49D9-493D-A9E0-666B75C7B96F}"/>
          </ac:spMkLst>
        </pc:spChg>
        <pc:spChg chg="add mod">
          <ac:chgData name="Eric Ho Ji Yuan" userId="S::jho12@lenovo.com::8a968e0e-911c-4cd1-9050-33ff70f3211b" providerId="AD" clId="Web-{D2C723A5-94D6-BCC8-92EF-5E3A4F5F99C9}" dt="2026-10-07T23:57:54.574" v="1061"/>
          <ac:spMkLst>
            <pc:docMk/>
            <pc:sldMk cId="701290912" sldId="287"/>
            <ac:spMk id="14" creationId="{DAED0FB7-B49F-4CC8-8206-D18B97DCB01A}"/>
          </ac:spMkLst>
        </pc:spChg>
        <pc:spChg chg="add mod">
          <ac:chgData name="Eric Ho Ji Yuan" userId="S::jho12@lenovo.com::8a968e0e-911c-4cd1-9050-33ff70f3211b" providerId="AD" clId="Web-{D2C723A5-94D6-BCC8-92EF-5E3A4F5F99C9}" dt="2026-10-07T23:56:44.570" v="1027"/>
          <ac:spMkLst>
            <pc:docMk/>
            <pc:sldMk cId="701290912" sldId="287"/>
            <ac:spMk id="15" creationId="{CF31572A-96FC-4843-8742-38BC6C869796}"/>
          </ac:spMkLst>
        </pc:spChg>
        <pc:spChg chg="add mod">
          <ac:chgData name="Eric Ho Ji Yuan" userId="S::jho12@lenovo.com::8a968e0e-911c-4cd1-9050-33ff70f3211b" providerId="AD" clId="Web-{D2C723A5-94D6-BCC8-92EF-5E3A4F5F99C9}" dt="2026-10-07T23:56:44.570" v="1030"/>
          <ac:spMkLst>
            <pc:docMk/>
            <pc:sldMk cId="701290912" sldId="287"/>
            <ac:spMk id="16" creationId="{B16A223B-F807-4E67-93FB-818C662088B9}"/>
          </ac:spMkLst>
        </pc:spChg>
        <pc:spChg chg="add mod">
          <ac:chgData name="Eric Ho Ji Yuan" userId="S::jho12@lenovo.com::8a968e0e-911c-4cd1-9050-33ff70f3211b" providerId="AD" clId="Web-{D2C723A5-94D6-BCC8-92EF-5E3A4F5F99C9}" dt="2026-10-07T23:56:44.570" v="1038"/>
          <ac:spMkLst>
            <pc:docMk/>
            <pc:sldMk cId="701290912" sldId="287"/>
            <ac:spMk id="17" creationId="{6F30CD89-1A27-44E4-9F18-850B6A3CFA3B}"/>
          </ac:spMkLst>
        </pc:spChg>
        <pc:spChg chg="add mod">
          <ac:chgData name="Eric Ho Ji Yuan" userId="S::jho12@lenovo.com::8a968e0e-911c-4cd1-9050-33ff70f3211b" providerId="AD" clId="Web-{D2C723A5-94D6-BCC8-92EF-5E3A4F5F99C9}" dt="2026-10-07T23:56:44.570" v="1041"/>
          <ac:spMkLst>
            <pc:docMk/>
            <pc:sldMk cId="701290912" sldId="287"/>
            <ac:spMk id="18" creationId="{E9372DB6-D904-4DA1-B315-829C1960D36E}"/>
          </ac:spMkLst>
        </pc:spChg>
        <pc:spChg chg="add mod">
          <ac:chgData name="Eric Ho Ji Yuan" userId="S::jho12@lenovo.com::8a968e0e-911c-4cd1-9050-33ff70f3211b" providerId="AD" clId="Web-{D2C723A5-94D6-BCC8-92EF-5E3A4F5F99C9}" dt="2026-10-07T23:56:44.570" v="1049"/>
          <ac:spMkLst>
            <pc:docMk/>
            <pc:sldMk cId="701290912" sldId="287"/>
            <ac:spMk id="19" creationId="{E0CA73FB-139B-48CE-847E-20C15CCF09D3}"/>
          </ac:spMkLst>
        </pc:spChg>
        <pc:spChg chg="add mod">
          <ac:chgData name="Eric Ho Ji Yuan" userId="S::jho12@lenovo.com::8a968e0e-911c-4cd1-9050-33ff70f3211b" providerId="AD" clId="Web-{D2C723A5-94D6-BCC8-92EF-5E3A4F5F99C9}" dt="2026-10-07T23:56:44.570" v="1052"/>
          <ac:spMkLst>
            <pc:docMk/>
            <pc:sldMk cId="701290912" sldId="287"/>
            <ac:spMk id="20" creationId="{A89FD7FA-9350-4E73-A090-D7F79F609605}"/>
          </ac:spMkLst>
        </pc:spChg>
        <pc:spChg chg="add mod">
          <ac:chgData name="Eric Ho Ji Yuan" userId="S::jho12@lenovo.com::8a968e0e-911c-4cd1-9050-33ff70f3211b" providerId="AD" clId="Web-{D2C723A5-94D6-BCC8-92EF-5E3A4F5F99C9}" dt="2026-10-07T23:56:44.570" v="1060"/>
          <ac:spMkLst>
            <pc:docMk/>
            <pc:sldMk cId="701290912" sldId="287"/>
            <ac:spMk id="21" creationId="{3BEA7C92-D37B-416F-B59E-BD4C1B1FB905}"/>
          </ac:spMkLst>
        </pc:spChg>
      </pc:sldChg>
      <pc:sldChg chg="addSp modSp new">
        <pc:chgData name="Eric Ho Ji Yuan" userId="S::jho12@lenovo.com::8a968e0e-911c-4cd1-9050-33ff70f3211b" providerId="AD" clId="Web-{D2C723A5-94D6-BCC8-92EF-5E3A4F5F99C9}" dt="2026-10-07T23:56:20.678" v="949"/>
        <pc:sldMkLst>
          <pc:docMk/>
          <pc:sldMk cId="2512394195" sldId="288"/>
        </pc:sldMkLst>
        <pc:spChg chg="mod">
          <ac:chgData name="Eric Ho Ji Yuan" userId="S::jho12@lenovo.com::8a968e0e-911c-4cd1-9050-33ff70f3211b" providerId="AD" clId="Web-{D2C723A5-94D6-BCC8-92EF-5E3A4F5F99C9}" dt="2026-10-07T23:56:20.647" v="829"/>
          <ac:spMkLst>
            <pc:docMk/>
            <pc:sldMk cId="2512394195" sldId="288"/>
            <ac:spMk id="3" creationId="{C4A83A85-31A5-638B-C70C-7CDDF10AD999}"/>
          </ac:spMkLst>
        </pc:spChg>
        <pc:spChg chg="add mod">
          <ac:chgData name="Eric Ho Ji Yuan" userId="S::jho12@lenovo.com::8a968e0e-911c-4cd1-9050-33ff70f3211b" providerId="AD" clId="Web-{D2C723A5-94D6-BCC8-92EF-5E3A4F5F99C9}" dt="2026-10-07T23:56:20.647" v="832"/>
          <ac:spMkLst>
            <pc:docMk/>
            <pc:sldMk cId="2512394195" sldId="288"/>
            <ac:spMk id="4" creationId="{E567CCB0-5D9A-4F1B-87F6-CE188D544559}"/>
          </ac:spMkLst>
        </pc:spChg>
        <pc:spChg chg="add mod">
          <ac:chgData name="Eric Ho Ji Yuan" userId="S::jho12@lenovo.com::8a968e0e-911c-4cd1-9050-33ff70f3211b" providerId="AD" clId="Web-{D2C723A5-94D6-BCC8-92EF-5E3A4F5F99C9}" dt="2026-10-07T23:56:20.647" v="835"/>
          <ac:spMkLst>
            <pc:docMk/>
            <pc:sldMk cId="2512394195" sldId="288"/>
            <ac:spMk id="5" creationId="{6F439C8B-4334-48CA-86F6-52349F826503}"/>
          </ac:spMkLst>
        </pc:spChg>
        <pc:spChg chg="add mod">
          <ac:chgData name="Eric Ho Ji Yuan" userId="S::jho12@lenovo.com::8a968e0e-911c-4cd1-9050-33ff70f3211b" providerId="AD" clId="Web-{D2C723A5-94D6-BCC8-92EF-5E3A4F5F99C9}" dt="2026-10-07T23:56:20.647" v="843"/>
          <ac:spMkLst>
            <pc:docMk/>
            <pc:sldMk cId="2512394195" sldId="288"/>
            <ac:spMk id="6" creationId="{9B4B8DFA-018D-489E-B334-A3A63ED402BA}"/>
          </ac:spMkLst>
        </pc:spChg>
        <pc:spChg chg="add mod">
          <ac:chgData name="Eric Ho Ji Yuan" userId="S::jho12@lenovo.com::8a968e0e-911c-4cd1-9050-33ff70f3211b" providerId="AD" clId="Web-{D2C723A5-94D6-BCC8-92EF-5E3A4F5F99C9}" dt="2026-10-07T23:56:20.662" v="851"/>
          <ac:spMkLst>
            <pc:docMk/>
            <pc:sldMk cId="2512394195" sldId="288"/>
            <ac:spMk id="7" creationId="{B021F783-203A-477B-B512-50DB395174CF}"/>
          </ac:spMkLst>
        </pc:spChg>
        <pc:spChg chg="add mod">
          <ac:chgData name="Eric Ho Ji Yuan" userId="S::jho12@lenovo.com::8a968e0e-911c-4cd1-9050-33ff70f3211b" providerId="AD" clId="Web-{D2C723A5-94D6-BCC8-92EF-5E3A4F5F99C9}" dt="2026-10-07T23:56:20.662" v="859"/>
          <ac:spMkLst>
            <pc:docMk/>
            <pc:sldMk cId="2512394195" sldId="288"/>
            <ac:spMk id="8" creationId="{89D06D34-E794-42B3-A94F-D7EE951F01C0}"/>
          </ac:spMkLst>
        </pc:spChg>
        <pc:spChg chg="add mod">
          <ac:chgData name="Eric Ho Ji Yuan" userId="S::jho12@lenovo.com::8a968e0e-911c-4cd1-9050-33ff70f3211b" providerId="AD" clId="Web-{D2C723A5-94D6-BCC8-92EF-5E3A4F5F99C9}" dt="2026-10-07T23:56:20.662" v="862"/>
          <ac:spMkLst>
            <pc:docMk/>
            <pc:sldMk cId="2512394195" sldId="288"/>
            <ac:spMk id="9" creationId="{C0CDA99A-08C7-4CEC-A3CC-9F21CAB3A6C3}"/>
          </ac:spMkLst>
        </pc:spChg>
        <pc:spChg chg="add mod">
          <ac:chgData name="Eric Ho Ji Yuan" userId="S::jho12@lenovo.com::8a968e0e-911c-4cd1-9050-33ff70f3211b" providerId="AD" clId="Web-{D2C723A5-94D6-BCC8-92EF-5E3A4F5F99C9}" dt="2026-10-07T23:56:20.662" v="865"/>
          <ac:spMkLst>
            <pc:docMk/>
            <pc:sldMk cId="2512394195" sldId="288"/>
            <ac:spMk id="10" creationId="{ABE7D4EC-D027-458C-A162-461D8DA42E21}"/>
          </ac:spMkLst>
        </pc:spChg>
        <pc:spChg chg="add mod">
          <ac:chgData name="Eric Ho Ji Yuan" userId="S::jho12@lenovo.com::8a968e0e-911c-4cd1-9050-33ff70f3211b" providerId="AD" clId="Web-{D2C723A5-94D6-BCC8-92EF-5E3A4F5F99C9}" dt="2026-10-07T23:56:20.662" v="873"/>
          <ac:spMkLst>
            <pc:docMk/>
            <pc:sldMk cId="2512394195" sldId="288"/>
            <ac:spMk id="11" creationId="{0A0FBBFE-A704-443D-8885-298C8F75E328}"/>
          </ac:spMkLst>
        </pc:spChg>
        <pc:spChg chg="add mod">
          <ac:chgData name="Eric Ho Ji Yuan" userId="S::jho12@lenovo.com::8a968e0e-911c-4cd1-9050-33ff70f3211b" providerId="AD" clId="Web-{D2C723A5-94D6-BCC8-92EF-5E3A4F5F99C9}" dt="2026-10-07T23:56:20.662" v="881"/>
          <ac:spMkLst>
            <pc:docMk/>
            <pc:sldMk cId="2512394195" sldId="288"/>
            <ac:spMk id="12" creationId="{7F3DAA53-85CF-4D58-B6FE-1E012969918D}"/>
          </ac:spMkLst>
        </pc:spChg>
        <pc:spChg chg="add mod">
          <ac:chgData name="Eric Ho Ji Yuan" userId="S::jho12@lenovo.com::8a968e0e-911c-4cd1-9050-33ff70f3211b" providerId="AD" clId="Web-{D2C723A5-94D6-BCC8-92EF-5E3A4F5F99C9}" dt="2026-10-07T23:56:20.662" v="889"/>
          <ac:spMkLst>
            <pc:docMk/>
            <pc:sldMk cId="2512394195" sldId="288"/>
            <ac:spMk id="13" creationId="{440D3A43-4C92-4E33-BA66-37428432A002}"/>
          </ac:spMkLst>
        </pc:spChg>
        <pc:spChg chg="add mod">
          <ac:chgData name="Eric Ho Ji Yuan" userId="S::jho12@lenovo.com::8a968e0e-911c-4cd1-9050-33ff70f3211b" providerId="AD" clId="Web-{D2C723A5-94D6-BCC8-92EF-5E3A4F5F99C9}" dt="2026-10-07T23:56:20.662" v="892"/>
          <ac:spMkLst>
            <pc:docMk/>
            <pc:sldMk cId="2512394195" sldId="288"/>
            <ac:spMk id="14" creationId="{225D9216-FA2E-4784-A2BE-B375DA0F5FC8}"/>
          </ac:spMkLst>
        </pc:spChg>
        <pc:spChg chg="add mod">
          <ac:chgData name="Eric Ho Ji Yuan" userId="S::jho12@lenovo.com::8a968e0e-911c-4cd1-9050-33ff70f3211b" providerId="AD" clId="Web-{D2C723A5-94D6-BCC8-92EF-5E3A4F5F99C9}" dt="2026-10-07T23:56:20.662" v="895"/>
          <ac:spMkLst>
            <pc:docMk/>
            <pc:sldMk cId="2512394195" sldId="288"/>
            <ac:spMk id="15" creationId="{C80C74BB-A7CE-4981-BA1D-26B3F37D158B}"/>
          </ac:spMkLst>
        </pc:spChg>
        <pc:spChg chg="add mod">
          <ac:chgData name="Eric Ho Ji Yuan" userId="S::jho12@lenovo.com::8a968e0e-911c-4cd1-9050-33ff70f3211b" providerId="AD" clId="Web-{D2C723A5-94D6-BCC8-92EF-5E3A4F5F99C9}" dt="2026-10-07T23:56:20.662" v="903"/>
          <ac:spMkLst>
            <pc:docMk/>
            <pc:sldMk cId="2512394195" sldId="288"/>
            <ac:spMk id="16" creationId="{3D61B553-6C33-4299-9BA7-4E69495C04EA}"/>
          </ac:spMkLst>
        </pc:spChg>
        <pc:spChg chg="add mod">
          <ac:chgData name="Eric Ho Ji Yuan" userId="S::jho12@lenovo.com::8a968e0e-911c-4cd1-9050-33ff70f3211b" providerId="AD" clId="Web-{D2C723A5-94D6-BCC8-92EF-5E3A4F5F99C9}" dt="2026-10-07T23:56:20.662" v="911"/>
          <ac:spMkLst>
            <pc:docMk/>
            <pc:sldMk cId="2512394195" sldId="288"/>
            <ac:spMk id="17" creationId="{C3519087-75EF-4198-A207-47813A3D77CF}"/>
          </ac:spMkLst>
        </pc:spChg>
        <pc:spChg chg="add mod">
          <ac:chgData name="Eric Ho Ji Yuan" userId="S::jho12@lenovo.com::8a968e0e-911c-4cd1-9050-33ff70f3211b" providerId="AD" clId="Web-{D2C723A5-94D6-BCC8-92EF-5E3A4F5F99C9}" dt="2026-10-07T23:56:20.678" v="919"/>
          <ac:spMkLst>
            <pc:docMk/>
            <pc:sldMk cId="2512394195" sldId="288"/>
            <ac:spMk id="18" creationId="{48A58FA0-1C54-41C2-ADCE-AEC096A1C43D}"/>
          </ac:spMkLst>
        </pc:spChg>
        <pc:spChg chg="add mod">
          <ac:chgData name="Eric Ho Ji Yuan" userId="S::jho12@lenovo.com::8a968e0e-911c-4cd1-9050-33ff70f3211b" providerId="AD" clId="Web-{D2C723A5-94D6-BCC8-92EF-5E3A4F5F99C9}" dt="2026-10-07T23:56:20.678" v="922"/>
          <ac:spMkLst>
            <pc:docMk/>
            <pc:sldMk cId="2512394195" sldId="288"/>
            <ac:spMk id="19" creationId="{3B6BD1D1-3325-46F6-88D5-CD0F505D6035}"/>
          </ac:spMkLst>
        </pc:spChg>
        <pc:spChg chg="add mod">
          <ac:chgData name="Eric Ho Ji Yuan" userId="S::jho12@lenovo.com::8a968e0e-911c-4cd1-9050-33ff70f3211b" providerId="AD" clId="Web-{D2C723A5-94D6-BCC8-92EF-5E3A4F5F99C9}" dt="2026-10-07T23:56:20.678" v="925"/>
          <ac:spMkLst>
            <pc:docMk/>
            <pc:sldMk cId="2512394195" sldId="288"/>
            <ac:spMk id="20" creationId="{58485F41-DBE9-4FC6-B0DC-92AA20D3478F}"/>
          </ac:spMkLst>
        </pc:spChg>
        <pc:spChg chg="add mod">
          <ac:chgData name="Eric Ho Ji Yuan" userId="S::jho12@lenovo.com::8a968e0e-911c-4cd1-9050-33ff70f3211b" providerId="AD" clId="Web-{D2C723A5-94D6-BCC8-92EF-5E3A4F5F99C9}" dt="2026-10-07T23:56:20.678" v="933"/>
          <ac:spMkLst>
            <pc:docMk/>
            <pc:sldMk cId="2512394195" sldId="288"/>
            <ac:spMk id="21" creationId="{D0E5CCCB-A3A2-4EFC-B63C-08036AE948AD}"/>
          </ac:spMkLst>
        </pc:spChg>
        <pc:spChg chg="add mod">
          <ac:chgData name="Eric Ho Ji Yuan" userId="S::jho12@lenovo.com::8a968e0e-911c-4cd1-9050-33ff70f3211b" providerId="AD" clId="Web-{D2C723A5-94D6-BCC8-92EF-5E3A4F5F99C9}" dt="2026-10-07T23:56:20.678" v="941"/>
          <ac:spMkLst>
            <pc:docMk/>
            <pc:sldMk cId="2512394195" sldId="288"/>
            <ac:spMk id="22" creationId="{E4E96D1C-5339-44D7-9D36-3CF5182BA913}"/>
          </ac:spMkLst>
        </pc:spChg>
        <pc:spChg chg="add mod">
          <ac:chgData name="Eric Ho Ji Yuan" userId="S::jho12@lenovo.com::8a968e0e-911c-4cd1-9050-33ff70f3211b" providerId="AD" clId="Web-{D2C723A5-94D6-BCC8-92EF-5E3A4F5F99C9}" dt="2026-10-07T23:56:20.678" v="949"/>
          <ac:spMkLst>
            <pc:docMk/>
            <pc:sldMk cId="2512394195" sldId="288"/>
            <ac:spMk id="23" creationId="{8CC892C5-4541-4D41-A885-B83C78FEB476}"/>
          </ac:spMkLst>
        </pc:spChg>
      </pc:sldChg>
    </pc:docChg>
  </pc:docChgLst>
  <pc:docChgLst>
    <pc:chgData name="Erjan Kho" userId="1e472358-c8ba-4206-92c9-d7c227e16e78" providerId="ADAL" clId="{F0A1C0E5-F905-4470-88BC-E93782721C32}"/>
    <pc:docChg chg="undo custSel mod addSld delSld modSld sldOrd addMainMaster delMainMaster modMainMaster modNotesMaster setSldSz">
      <pc:chgData name="Erjan Kho" userId="1e472358-c8ba-4206-92c9-d7c227e16e78" providerId="ADAL" clId="{F0A1C0E5-F905-4470-88BC-E93782721C32}" dt="2026-10-14T02:09:31.750" v="1810" actId="14100"/>
      <pc:docMkLst>
        <pc:docMk/>
      </pc:docMkLst>
      <pc:sldChg chg="modSp mod modNotes">
        <pc:chgData name="Erjan Kho" userId="1e472358-c8ba-4206-92c9-d7c227e16e78" providerId="ADAL" clId="{F0A1C0E5-F905-4470-88BC-E93782721C32}" dt="2026-10-09T09:10:09.566" v="1278" actId="26606"/>
        <pc:sldMkLst>
          <pc:docMk/>
          <pc:sldMk cId="0" sldId="258"/>
        </pc:sldMkLst>
        <pc:spChg chg="mod">
          <ac:chgData name="Erjan Kho" userId="1e472358-c8ba-4206-92c9-d7c227e16e78" providerId="ADAL" clId="{F0A1C0E5-F905-4470-88BC-E93782721C32}" dt="2026-10-09T07:35:56.345" v="482" actId="113"/>
          <ac:spMkLst>
            <pc:docMk/>
            <pc:sldMk cId="0" sldId="258"/>
            <ac:spMk id="3" creationId="{00000000-0000-0000-0000-000000000000}"/>
          </ac:spMkLst>
        </pc:spChg>
        <pc:spChg chg="add mod">
          <ac:chgData name="Erjan Kho" userId="1e472358-c8ba-4206-92c9-d7c227e16e78" providerId="ADAL" clId="{F0A1C0E5-F905-4470-88BC-E93782721C32}" dt="2026-10-09T09:10:09.566" v="1278" actId="26606"/>
          <ac:spMkLst>
            <pc:docMk/>
            <pc:sldMk cId="0" sldId="258"/>
            <ac:spMk id="36" creationId="{00000000-0000-0000-0000-000000000000}"/>
          </ac:spMkLst>
        </pc:spChg>
        <pc:spChg chg="mod">
          <ac:chgData name="Erjan Kho" userId="1e472358-c8ba-4206-92c9-d7c227e16e78" providerId="ADAL" clId="{F0A1C0E5-F905-4470-88BC-E93782721C32}" dt="2026-10-09T07:34:37.243" v="395" actId="20577"/>
          <ac:spMkLst>
            <pc:docMk/>
            <pc:sldMk cId="0" sldId="258"/>
            <ac:spMk id="37" creationId="{6D495346-37D4-441C-9DD6-CD1803937EA0}"/>
          </ac:spMkLst>
        </pc:spChg>
        <pc:spChg chg="mod">
          <ac:chgData name="Erjan Kho" userId="1e472358-c8ba-4206-92c9-d7c227e16e78" providerId="ADAL" clId="{F0A1C0E5-F905-4470-88BC-E93782721C32}" dt="2026-10-09T07:36:11.603" v="483" actId="404"/>
          <ac:spMkLst>
            <pc:docMk/>
            <pc:sldMk cId="0" sldId="258"/>
            <ac:spMk id="39" creationId="{43E8799F-BD26-D531-8F53-687E093987BF}"/>
          </ac:spMkLst>
        </pc:spChg>
      </pc:sldChg>
      <pc:sldChg chg="modSp new mod ord">
        <pc:chgData name="Erjan Kho" userId="1e472358-c8ba-4206-92c9-d7c227e16e78" providerId="ADAL" clId="{F0A1C0E5-F905-4470-88BC-E93782721C32}" dt="2026-10-09T09:24:53.683" v="1345"/>
        <pc:sldMkLst>
          <pc:docMk/>
          <pc:sldMk cId="1904453651" sldId="277"/>
        </pc:sldMkLst>
        <pc:spChg chg="mod">
          <ac:chgData name="Erjan Kho" userId="1e472358-c8ba-4206-92c9-d7c227e16e78" providerId="ADAL" clId="{F0A1C0E5-F905-4470-88BC-E93782721C32}" dt="2026-10-06T06:40:45.555" v="31" actId="20577"/>
          <ac:spMkLst>
            <pc:docMk/>
            <pc:sldMk cId="1904453651" sldId="277"/>
            <ac:spMk id="3" creationId="{6F7C3D8C-8DCC-16A4-0B16-D62A4CE9B435}"/>
          </ac:spMkLst>
        </pc:spChg>
        <pc:spChg chg="mod">
          <ac:chgData name="Erjan Kho" userId="1e472358-c8ba-4206-92c9-d7c227e16e78" providerId="ADAL" clId="{F0A1C0E5-F905-4470-88BC-E93782721C32}" dt="2026-10-09T07:25:07.644" v="219" actId="207"/>
          <ac:spMkLst>
            <pc:docMk/>
            <pc:sldMk cId="1904453651" sldId="277"/>
            <ac:spMk id="6" creationId="{B1E13506-686F-1458-291E-C4EB263867B1}"/>
          </ac:spMkLst>
        </pc:spChg>
        <pc:spChg chg="mod">
          <ac:chgData name="Erjan Kho" userId="1e472358-c8ba-4206-92c9-d7c227e16e78" providerId="ADAL" clId="{F0A1C0E5-F905-4470-88BC-E93782721C32}" dt="2026-10-09T07:25:03.027" v="216" actId="1076"/>
          <ac:spMkLst>
            <pc:docMk/>
            <pc:sldMk cId="1904453651" sldId="277"/>
            <ac:spMk id="8" creationId="{24D23EB5-203B-E870-E8AC-C79F8217865B}"/>
          </ac:spMkLst>
        </pc:spChg>
        <pc:spChg chg="mod">
          <ac:chgData name="Erjan Kho" userId="1e472358-c8ba-4206-92c9-d7c227e16e78" providerId="ADAL" clId="{F0A1C0E5-F905-4470-88BC-E93782721C32}" dt="2026-10-09T07:53:35.004" v="664" actId="20577"/>
          <ac:spMkLst>
            <pc:docMk/>
            <pc:sldMk cId="1904453651" sldId="277"/>
            <ac:spMk id="14" creationId="{A8BA94BB-0B05-E3F7-67DE-1BC0F43FE5F6}"/>
          </ac:spMkLst>
        </pc:spChg>
        <pc:spChg chg="mod">
          <ac:chgData name="Erjan Kho" userId="1e472358-c8ba-4206-92c9-d7c227e16e78" providerId="ADAL" clId="{F0A1C0E5-F905-4470-88BC-E93782721C32}" dt="2026-10-09T07:49:43.120" v="577" actId="20577"/>
          <ac:spMkLst>
            <pc:docMk/>
            <pc:sldMk cId="1904453651" sldId="277"/>
            <ac:spMk id="28" creationId="{D0D37F95-88BD-507A-9835-D72980455F63}"/>
          </ac:spMkLst>
        </pc:spChg>
        <pc:spChg chg="mod">
          <ac:chgData name="Erjan Kho" userId="1e472358-c8ba-4206-92c9-d7c227e16e78" providerId="ADAL" clId="{F0A1C0E5-F905-4470-88BC-E93782721C32}" dt="2026-10-09T07:49:27.609" v="554" actId="20577"/>
          <ac:spMkLst>
            <pc:docMk/>
            <pc:sldMk cId="1904453651" sldId="277"/>
            <ac:spMk id="42" creationId="{A6D5876C-2070-FB51-1E35-276D781B7786}"/>
          </ac:spMkLst>
        </pc:spChg>
      </pc:sldChg>
      <pc:sldChg chg="modSp mod ord">
        <pc:chgData name="Erjan Kho" userId="1e472358-c8ba-4206-92c9-d7c227e16e78" providerId="ADAL" clId="{F0A1C0E5-F905-4470-88BC-E93782721C32}" dt="2026-10-13T03:46:15.274" v="1719"/>
        <pc:sldMkLst>
          <pc:docMk/>
          <pc:sldMk cId="235895611" sldId="278"/>
        </pc:sldMkLst>
        <pc:spChg chg="mod">
          <ac:chgData name="Erjan Kho" userId="1e472358-c8ba-4206-92c9-d7c227e16e78" providerId="ADAL" clId="{F0A1C0E5-F905-4470-88BC-E93782721C32}" dt="2026-10-13T03:45:20.362" v="1717" actId="20577"/>
          <ac:spMkLst>
            <pc:docMk/>
            <pc:sldMk cId="235895611" sldId="278"/>
            <ac:spMk id="3" creationId="{EC99A1D3-4165-7655-796B-E5699F63868B}"/>
          </ac:spMkLst>
        </pc:spChg>
      </pc:sldChg>
      <pc:sldChg chg="modSp mod">
        <pc:chgData name="Erjan Kho" userId="1e472358-c8ba-4206-92c9-d7c227e16e78" providerId="ADAL" clId="{F0A1C0E5-F905-4470-88BC-E93782721C32}" dt="2026-10-08T09:08:08.950" v="211" actId="12"/>
        <pc:sldMkLst>
          <pc:docMk/>
          <pc:sldMk cId="1391941730" sldId="279"/>
        </pc:sldMkLst>
        <pc:spChg chg="mod">
          <ac:chgData name="Erjan Kho" userId="1e472358-c8ba-4206-92c9-d7c227e16e78" providerId="ADAL" clId="{F0A1C0E5-F905-4470-88BC-E93782721C32}" dt="2026-10-08T09:08:08.950" v="211" actId="12"/>
          <ac:spMkLst>
            <pc:docMk/>
            <pc:sldMk cId="1391941730" sldId="279"/>
            <ac:spMk id="3" creationId="{553DACBB-DFEC-514D-BE17-FE6DCDE4D9D5}"/>
          </ac:spMkLst>
        </pc:spChg>
      </pc:sldChg>
      <pc:sldChg chg="modSp mod modClrScheme chgLayout">
        <pc:chgData name="Erjan Kho" userId="1e472358-c8ba-4206-92c9-d7c227e16e78" providerId="ADAL" clId="{F0A1C0E5-F905-4470-88BC-E93782721C32}" dt="2026-10-09T07:34:03.627" v="377" actId="14100"/>
        <pc:sldMkLst>
          <pc:docMk/>
          <pc:sldMk cId="4040788055" sldId="280"/>
        </pc:sldMkLst>
        <pc:spChg chg="mod ord">
          <ac:chgData name="Erjan Kho" userId="1e472358-c8ba-4206-92c9-d7c227e16e78" providerId="ADAL" clId="{F0A1C0E5-F905-4470-88BC-E93782721C32}" dt="2026-10-09T07:33:44.889" v="371" actId="14100"/>
          <ac:spMkLst>
            <pc:docMk/>
            <pc:sldMk cId="4040788055" sldId="280"/>
            <ac:spMk id="2" creationId="{D41146D8-0AC4-D3A5-C8F8-8D1F10E766B6}"/>
          </ac:spMkLst>
        </pc:spChg>
        <pc:spChg chg="mod ord">
          <ac:chgData name="Erjan Kho" userId="1e472358-c8ba-4206-92c9-d7c227e16e78" providerId="ADAL" clId="{F0A1C0E5-F905-4470-88BC-E93782721C32}" dt="2026-10-09T07:33:38.630" v="370" actId="700"/>
          <ac:spMkLst>
            <pc:docMk/>
            <pc:sldMk cId="4040788055" sldId="280"/>
            <ac:spMk id="3" creationId="{A20DF26E-03AB-8F2A-6E22-046830DAD160}"/>
          </ac:spMkLst>
        </pc:spChg>
        <pc:spChg chg="mod ord">
          <ac:chgData name="Erjan Kho" userId="1e472358-c8ba-4206-92c9-d7c227e16e78" providerId="ADAL" clId="{F0A1C0E5-F905-4470-88BC-E93782721C32}" dt="2026-10-09T07:34:03.627" v="377" actId="14100"/>
          <ac:spMkLst>
            <pc:docMk/>
            <pc:sldMk cId="4040788055" sldId="280"/>
            <ac:spMk id="4" creationId="{D6C859E0-BFCD-A88D-15F7-566B0C12FA7C}"/>
          </ac:spMkLst>
        </pc:spChg>
      </pc:sldChg>
      <pc:sldChg chg="addSp delSp modSp mod modNotesTx">
        <pc:chgData name="Erjan Kho" userId="1e472358-c8ba-4206-92c9-d7c227e16e78" providerId="ADAL" clId="{F0A1C0E5-F905-4470-88BC-E93782721C32}" dt="2026-10-09T09:02:32.929" v="920" actId="21"/>
        <pc:sldMkLst>
          <pc:docMk/>
          <pc:sldMk cId="2512394195" sldId="288"/>
        </pc:sldMkLst>
        <pc:spChg chg="mod">
          <ac:chgData name="Erjan Kho" userId="1e472358-c8ba-4206-92c9-d7c227e16e78" providerId="ADAL" clId="{F0A1C0E5-F905-4470-88BC-E93782721C32}" dt="2026-10-09T08:59:13.071" v="915" actId="20577"/>
          <ac:spMkLst>
            <pc:docMk/>
            <pc:sldMk cId="2512394195" sldId="288"/>
            <ac:spMk id="8" creationId="{89D06D34-E794-42B3-A94F-D7EE951F01C0}"/>
          </ac:spMkLst>
        </pc:spChg>
        <pc:spChg chg="mod">
          <ac:chgData name="Erjan Kho" userId="1e472358-c8ba-4206-92c9-d7c227e16e78" providerId="ADAL" clId="{F0A1C0E5-F905-4470-88BC-E93782721C32}" dt="2026-10-09T07:50:26.592" v="597" actId="20577"/>
          <ac:spMkLst>
            <pc:docMk/>
            <pc:sldMk cId="2512394195" sldId="288"/>
            <ac:spMk id="13" creationId="{440D3A43-4C92-4E33-BA66-37428432A002}"/>
          </ac:spMkLst>
        </pc:spChg>
        <pc:spChg chg="mod">
          <ac:chgData name="Erjan Kho" userId="1e472358-c8ba-4206-92c9-d7c227e16e78" providerId="ADAL" clId="{F0A1C0E5-F905-4470-88BC-E93782721C32}" dt="2026-10-09T07:50:37.984" v="598" actId="20577"/>
          <ac:spMkLst>
            <pc:docMk/>
            <pc:sldMk cId="2512394195" sldId="288"/>
            <ac:spMk id="23" creationId="{8CC892C5-4541-4D41-A885-B83C78FEB476}"/>
          </ac:spMkLst>
        </pc:spChg>
      </pc:sldChg>
      <pc:sldChg chg="addSp delSp modSp mod ord modNotes modNotesTx">
        <pc:chgData name="Erjan Kho" userId="1e472358-c8ba-4206-92c9-d7c227e16e78" providerId="ADAL" clId="{F0A1C0E5-F905-4470-88BC-E93782721C32}" dt="2026-10-14T02:07:20.441" v="1726"/>
        <pc:sldMkLst>
          <pc:docMk/>
          <pc:sldMk cId="0" sldId="289"/>
        </pc:sldMkLst>
        <pc:spChg chg="mod">
          <ac:chgData name="Erjan Kho" userId="1e472358-c8ba-4206-92c9-d7c227e16e78" providerId="ADAL" clId="{F0A1C0E5-F905-4470-88BC-E93782721C32}" dt="2026-10-08T07:21:11.251" v="151" actId="20577"/>
          <ac:spMkLst>
            <pc:docMk/>
            <pc:sldMk cId="0" sldId="289"/>
            <ac:spMk id="3" creationId="{555C6289-56B6-9C8D-B25A-0ECA19DDE3E4}"/>
          </ac:spMkLst>
        </pc:spChg>
        <pc:spChg chg="add mod">
          <ac:chgData name="Erjan Kho" userId="1e472358-c8ba-4206-92c9-d7c227e16e78" providerId="ADAL" clId="{F0A1C0E5-F905-4470-88BC-E93782721C32}" dt="2026-10-09T07:52:57.680" v="641" actId="1076"/>
          <ac:spMkLst>
            <pc:docMk/>
            <pc:sldMk cId="0" sldId="289"/>
            <ac:spMk id="35" creationId="{00000000-0000-0000-0000-000000000000}"/>
          </ac:spMkLst>
        </pc:spChg>
        <pc:spChg chg="add mod">
          <ac:chgData name="Erjan Kho" userId="1e472358-c8ba-4206-92c9-d7c227e16e78" providerId="ADAL" clId="{F0A1C0E5-F905-4470-88BC-E93782721C32}" dt="2026-10-09T07:52:38.573" v="637" actId="404"/>
          <ac:spMkLst>
            <pc:docMk/>
            <pc:sldMk cId="0" sldId="289"/>
            <ac:spMk id="36" creationId="{00000000-0000-0000-0000-000000000000}"/>
          </ac:spMkLst>
        </pc:spChg>
        <pc:spChg chg="add mod">
          <ac:chgData name="Erjan Kho" userId="1e472358-c8ba-4206-92c9-d7c227e16e78" providerId="ADAL" clId="{F0A1C0E5-F905-4470-88BC-E93782721C32}" dt="2026-10-09T07:52:52.101" v="640" actId="1076"/>
          <ac:spMkLst>
            <pc:docMk/>
            <pc:sldMk cId="0" sldId="289"/>
            <ac:spMk id="37" creationId="{00000000-0000-0000-0000-000000000000}"/>
          </ac:spMkLst>
        </pc:spChg>
        <pc:spChg chg="add mod">
          <ac:chgData name="Erjan Kho" userId="1e472358-c8ba-4206-92c9-d7c227e16e78" providerId="ADAL" clId="{F0A1C0E5-F905-4470-88BC-E93782721C32}" dt="2026-10-09T07:52:42.654" v="638" actId="404"/>
          <ac:spMkLst>
            <pc:docMk/>
            <pc:sldMk cId="0" sldId="289"/>
            <ac:spMk id="38" creationId="{00000000-0000-0000-0000-000000000000}"/>
          </ac:spMkLst>
        </pc:spChg>
        <pc:graphicFrameChg chg="add mod modGraphic">
          <ac:chgData name="Erjan Kho" userId="1e472358-c8ba-4206-92c9-d7c227e16e78" providerId="ADAL" clId="{F0A1C0E5-F905-4470-88BC-E93782721C32}" dt="2026-10-09T07:52:00.350" v="631" actId="14100"/>
          <ac:graphicFrameMkLst>
            <pc:docMk/>
            <pc:sldMk cId="0" sldId="289"/>
            <ac:graphicFrameMk id="5" creationId="{A6149D64-F45E-E894-4432-67810C93C7DE}"/>
          </ac:graphicFrameMkLst>
        </pc:graphicFrameChg>
      </pc:sldChg>
      <pc:sldChg chg="addSp delSp modSp mod">
        <pc:chgData name="Erjan Kho" userId="1e472358-c8ba-4206-92c9-d7c227e16e78" providerId="ADAL" clId="{F0A1C0E5-F905-4470-88BC-E93782721C32}" dt="2026-10-08T07:20:33.899" v="139" actId="21"/>
        <pc:sldMkLst>
          <pc:docMk/>
          <pc:sldMk cId="2518118519" sldId="290"/>
        </pc:sldMkLst>
      </pc:sldChg>
      <pc:sldChg chg="addSp delSp modSp mod">
        <pc:chgData name="Erjan Kho" userId="1e472358-c8ba-4206-92c9-d7c227e16e78" providerId="ADAL" clId="{F0A1C0E5-F905-4470-88BC-E93782721C32}" dt="2026-10-08T09:07:14.713" v="199" actId="12"/>
        <pc:sldMkLst>
          <pc:docMk/>
          <pc:sldMk cId="2969675129" sldId="291"/>
        </pc:sldMkLst>
        <pc:spChg chg="mod">
          <ac:chgData name="Erjan Kho" userId="1e472358-c8ba-4206-92c9-d7c227e16e78" providerId="ADAL" clId="{F0A1C0E5-F905-4470-88BC-E93782721C32}" dt="2026-10-08T08:23:29.259" v="163" actId="20577"/>
          <ac:spMkLst>
            <pc:docMk/>
            <pc:sldMk cId="2969675129" sldId="291"/>
            <ac:spMk id="3" creationId="{0A10D2D8-62F4-9DE3-D946-B0C89C9A4E4C}"/>
          </ac:spMkLst>
        </pc:spChg>
        <pc:spChg chg="add mod">
          <ac:chgData name="Erjan Kho" userId="1e472358-c8ba-4206-92c9-d7c227e16e78" providerId="ADAL" clId="{F0A1C0E5-F905-4470-88BC-E93782721C32}" dt="2026-10-08T09:07:14.713" v="199" actId="12"/>
          <ac:spMkLst>
            <pc:docMk/>
            <pc:sldMk cId="2969675129" sldId="291"/>
            <ac:spMk id="7" creationId="{066677C3-784A-1542-49AF-2E9EACD51089}"/>
          </ac:spMkLst>
        </pc:spChg>
        <pc:spChg chg="mod">
          <ac:chgData name="Erjan Kho" userId="1e472358-c8ba-4206-92c9-d7c227e16e78" providerId="ADAL" clId="{F0A1C0E5-F905-4470-88BC-E93782721C32}" dt="2026-10-08T07:20:35.688" v="140"/>
          <ac:spMkLst>
            <pc:docMk/>
            <pc:sldMk cId="2969675129" sldId="291"/>
            <ac:spMk id="33" creationId="{5B1D1CFA-BA08-A790-8F03-9E6EDC30321B}"/>
          </ac:spMkLst>
        </pc:spChg>
        <pc:spChg chg="mod">
          <ac:chgData name="Erjan Kho" userId="1e472358-c8ba-4206-92c9-d7c227e16e78" providerId="ADAL" clId="{F0A1C0E5-F905-4470-88BC-E93782721C32}" dt="2026-10-08T07:20:35.688" v="140"/>
          <ac:spMkLst>
            <pc:docMk/>
            <pc:sldMk cId="2969675129" sldId="291"/>
            <ac:spMk id="36" creationId="{704778FE-561C-4064-C9DA-377E45147E78}"/>
          </ac:spMkLst>
        </pc:spChg>
        <pc:spChg chg="mod">
          <ac:chgData name="Erjan Kho" userId="1e472358-c8ba-4206-92c9-d7c227e16e78" providerId="ADAL" clId="{F0A1C0E5-F905-4470-88BC-E93782721C32}" dt="2026-10-08T07:20:35.688" v="140"/>
          <ac:spMkLst>
            <pc:docMk/>
            <pc:sldMk cId="2969675129" sldId="291"/>
            <ac:spMk id="38" creationId="{0511FB40-8A51-C3AC-96F6-2F5F9CBBD307}"/>
          </ac:spMkLst>
        </pc:spChg>
        <pc:spChg chg="mod">
          <ac:chgData name="Erjan Kho" userId="1e472358-c8ba-4206-92c9-d7c227e16e78" providerId="ADAL" clId="{F0A1C0E5-F905-4470-88BC-E93782721C32}" dt="2026-10-08T07:20:35.688" v="140"/>
          <ac:spMkLst>
            <pc:docMk/>
            <pc:sldMk cId="2969675129" sldId="291"/>
            <ac:spMk id="44" creationId="{1376313C-9975-D3A4-A403-E03086D554DB}"/>
          </ac:spMkLst>
        </pc:spChg>
        <pc:spChg chg="mod">
          <ac:chgData name="Erjan Kho" userId="1e472358-c8ba-4206-92c9-d7c227e16e78" providerId="ADAL" clId="{F0A1C0E5-F905-4470-88BC-E93782721C32}" dt="2026-10-08T07:20:35.688" v="140"/>
          <ac:spMkLst>
            <pc:docMk/>
            <pc:sldMk cId="2969675129" sldId="291"/>
            <ac:spMk id="46" creationId="{66631290-BE61-7BCC-4311-47172F0C4C13}"/>
          </ac:spMkLst>
        </pc:spChg>
        <pc:spChg chg="mod">
          <ac:chgData name="Erjan Kho" userId="1e472358-c8ba-4206-92c9-d7c227e16e78" providerId="ADAL" clId="{F0A1C0E5-F905-4470-88BC-E93782721C32}" dt="2026-10-08T09:01:52.420" v="173" actId="20577"/>
          <ac:spMkLst>
            <pc:docMk/>
            <pc:sldMk cId="2969675129" sldId="291"/>
            <ac:spMk id="52" creationId="{1DE9967A-37A7-783C-9B73-2095037A13BE}"/>
          </ac:spMkLst>
        </pc:spChg>
        <pc:spChg chg="mod">
          <ac:chgData name="Erjan Kho" userId="1e472358-c8ba-4206-92c9-d7c227e16e78" providerId="ADAL" clId="{F0A1C0E5-F905-4470-88BC-E93782721C32}" dt="2026-10-08T07:20:35.688" v="140"/>
          <ac:spMkLst>
            <pc:docMk/>
            <pc:sldMk cId="2969675129" sldId="291"/>
            <ac:spMk id="54" creationId="{DF09F168-08B5-0FAF-4C0D-D07C589598FB}"/>
          </ac:spMkLst>
        </pc:spChg>
        <pc:spChg chg="mod">
          <ac:chgData name="Erjan Kho" userId="1e472358-c8ba-4206-92c9-d7c227e16e78" providerId="ADAL" clId="{F0A1C0E5-F905-4470-88BC-E93782721C32}" dt="2026-10-08T07:20:35.688" v="140"/>
          <ac:spMkLst>
            <pc:docMk/>
            <pc:sldMk cId="2969675129" sldId="291"/>
            <ac:spMk id="58" creationId="{5DAF6A9C-6722-35F3-19F2-23BE78A76488}"/>
          </ac:spMkLst>
        </pc:spChg>
        <pc:spChg chg="mod">
          <ac:chgData name="Erjan Kho" userId="1e472358-c8ba-4206-92c9-d7c227e16e78" providerId="ADAL" clId="{F0A1C0E5-F905-4470-88BC-E93782721C32}" dt="2026-10-08T07:20:35.688" v="140"/>
          <ac:spMkLst>
            <pc:docMk/>
            <pc:sldMk cId="2969675129" sldId="291"/>
            <ac:spMk id="60" creationId="{6F6736F1-27FB-2CF3-2D6D-481DB0B26968}"/>
          </ac:spMkLst>
        </pc:spChg>
        <pc:spChg chg="mod">
          <ac:chgData name="Erjan Kho" userId="1e472358-c8ba-4206-92c9-d7c227e16e78" providerId="ADAL" clId="{F0A1C0E5-F905-4470-88BC-E93782721C32}" dt="2026-10-08T07:20:35.688" v="140"/>
          <ac:spMkLst>
            <pc:docMk/>
            <pc:sldMk cId="2969675129" sldId="291"/>
            <ac:spMk id="62" creationId="{08451FCD-6A9E-4A76-1931-C933C566EC4A}"/>
          </ac:spMkLst>
        </pc:spChg>
        <pc:grpChg chg="mod">
          <ac:chgData name="Erjan Kho" userId="1e472358-c8ba-4206-92c9-d7c227e16e78" providerId="ADAL" clId="{F0A1C0E5-F905-4470-88BC-E93782721C32}" dt="2026-10-08T07:21:23.833" v="154" actId="1076"/>
          <ac:grpSpMkLst>
            <pc:docMk/>
            <pc:sldMk cId="2969675129" sldId="291"/>
            <ac:grpSpMk id="5" creationId="{88ECC4CE-F2D1-20DC-C301-C3DA82DFA652}"/>
          </ac:grpSpMkLst>
        </pc:grpChg>
        <pc:cxnChg chg="add mod">
          <ac:chgData name="Erjan Kho" userId="1e472358-c8ba-4206-92c9-d7c227e16e78" providerId="ADAL" clId="{F0A1C0E5-F905-4470-88BC-E93782721C32}" dt="2026-10-08T09:04:11.118" v="183" actId="1582"/>
          <ac:cxnSpMkLst>
            <pc:docMk/>
            <pc:sldMk cId="2969675129" sldId="291"/>
            <ac:cxnSpMk id="9" creationId="{994BD491-4814-EBF8-3A94-BE598B53A903}"/>
          </ac:cxnSpMkLst>
        </pc:cxnChg>
        <pc:cxnChg chg="add mod">
          <ac:chgData name="Erjan Kho" userId="1e472358-c8ba-4206-92c9-d7c227e16e78" providerId="ADAL" clId="{F0A1C0E5-F905-4470-88BC-E93782721C32}" dt="2026-10-08T09:04:18.472" v="187" actId="14100"/>
          <ac:cxnSpMkLst>
            <pc:docMk/>
            <pc:sldMk cId="2969675129" sldId="291"/>
            <ac:cxnSpMk id="10" creationId="{AD11E546-9A29-438A-586F-1742134A2F5F}"/>
          </ac:cxnSpMkLst>
        </pc:cxnChg>
        <pc:cxnChg chg="add mod">
          <ac:chgData name="Erjan Kho" userId="1e472358-c8ba-4206-92c9-d7c227e16e78" providerId="ADAL" clId="{F0A1C0E5-F905-4470-88BC-E93782721C32}" dt="2026-10-08T09:04:24.067" v="191" actId="14100"/>
          <ac:cxnSpMkLst>
            <pc:docMk/>
            <pc:sldMk cId="2969675129" sldId="291"/>
            <ac:cxnSpMk id="13" creationId="{669AE30A-185E-3C5D-DD78-1D6071CC28E6}"/>
          </ac:cxnSpMkLst>
        </pc:cxnChg>
      </pc:sldChg>
      <pc:sldChg chg="delSp modSp new mod modClrScheme chgLayout">
        <pc:chgData name="Erjan Kho" userId="1e472358-c8ba-4206-92c9-d7c227e16e78" providerId="ADAL" clId="{F0A1C0E5-F905-4470-88BC-E93782721C32}" dt="2026-10-09T07:37:33.735" v="485" actId="700"/>
        <pc:sldMkLst>
          <pc:docMk/>
          <pc:sldMk cId="3525120680" sldId="292"/>
        </pc:sldMkLst>
        <pc:spChg chg="mod ord">
          <ac:chgData name="Erjan Kho" userId="1e472358-c8ba-4206-92c9-d7c227e16e78" providerId="ADAL" clId="{F0A1C0E5-F905-4470-88BC-E93782721C32}" dt="2026-10-09T07:37:33.735" v="485" actId="700"/>
          <ac:spMkLst>
            <pc:docMk/>
            <pc:sldMk cId="3525120680" sldId="292"/>
            <ac:spMk id="2" creationId="{EE260707-77AC-EB3F-A7D5-5A0735EA6D43}"/>
          </ac:spMkLst>
        </pc:spChg>
      </pc:sldChg>
      <pc:sldChg chg="addSp delSp modSp new mod">
        <pc:chgData name="Erjan Kho" userId="1e472358-c8ba-4206-92c9-d7c227e16e78" providerId="ADAL" clId="{F0A1C0E5-F905-4470-88BC-E93782721C32}" dt="2026-10-09T09:40:35.694" v="1544" actId="14100"/>
        <pc:sldMkLst>
          <pc:docMk/>
          <pc:sldMk cId="518869050" sldId="293"/>
        </pc:sldMkLst>
        <pc:spChg chg="mod">
          <ac:chgData name="Erjan Kho" userId="1e472358-c8ba-4206-92c9-d7c227e16e78" providerId="ADAL" clId="{F0A1C0E5-F905-4470-88BC-E93782721C32}" dt="2026-10-09T09:08:11.889" v="1276" actId="20577"/>
          <ac:spMkLst>
            <pc:docMk/>
            <pc:sldMk cId="518869050" sldId="293"/>
            <ac:spMk id="3" creationId="{D52D6E51-A29B-2776-A89D-B3902A8013EC}"/>
          </ac:spMkLst>
        </pc:spChg>
        <pc:spChg chg="add mod">
          <ac:chgData name="Erjan Kho" userId="1e472358-c8ba-4206-92c9-d7c227e16e78" providerId="ADAL" clId="{F0A1C0E5-F905-4470-88BC-E93782721C32}" dt="2026-10-09T09:40:35.694" v="1544" actId="14100"/>
          <ac:spMkLst>
            <pc:docMk/>
            <pc:sldMk cId="518869050" sldId="293"/>
            <ac:spMk id="6" creationId="{581C825C-0129-2B1D-E8D1-029EC0356517}"/>
          </ac:spMkLst>
        </pc:spChg>
        <pc:spChg chg="add mod">
          <ac:chgData name="Erjan Kho" userId="1e472358-c8ba-4206-92c9-d7c227e16e78" providerId="ADAL" clId="{F0A1C0E5-F905-4470-88BC-E93782721C32}" dt="2026-10-09T09:39:13.791" v="1517" actId="404"/>
          <ac:spMkLst>
            <pc:docMk/>
            <pc:sldMk cId="518869050" sldId="293"/>
            <ac:spMk id="7" creationId="{718AEA94-2C23-0EB3-2FD7-E8FCDA6F90FD}"/>
          </ac:spMkLst>
        </pc:spChg>
        <pc:picChg chg="add mod">
          <ac:chgData name="Erjan Kho" userId="1e472358-c8ba-4206-92c9-d7c227e16e78" providerId="ADAL" clId="{F0A1C0E5-F905-4470-88BC-E93782721C32}" dt="2026-10-09T09:24:04.900" v="1342" actId="1076"/>
          <ac:picMkLst>
            <pc:docMk/>
            <pc:sldMk cId="518869050" sldId="293"/>
            <ac:picMk id="5" creationId="{34CE94E4-9CFE-EBE5-1E04-624DBF349EF0}"/>
          </ac:picMkLst>
        </pc:picChg>
      </pc:sldChg>
      <pc:sldChg chg="addSp modSp new mod">
        <pc:chgData name="Erjan Kho" userId="1e472358-c8ba-4206-92c9-d7c227e16e78" providerId="ADAL" clId="{F0A1C0E5-F905-4470-88BC-E93782721C32}" dt="2026-10-12T04:07:45.436" v="1710" actId="20577"/>
        <pc:sldMkLst>
          <pc:docMk/>
          <pc:sldMk cId="1011975292" sldId="294"/>
        </pc:sldMkLst>
        <pc:spChg chg="mod">
          <ac:chgData name="Erjan Kho" userId="1e472358-c8ba-4206-92c9-d7c227e16e78" providerId="ADAL" clId="{F0A1C0E5-F905-4470-88BC-E93782721C32}" dt="2026-10-12T04:06:45.589" v="1565" actId="1076"/>
          <ac:spMkLst>
            <pc:docMk/>
            <pc:sldMk cId="1011975292" sldId="294"/>
            <ac:spMk id="3" creationId="{C991F9A3-EE81-54DC-42CE-91A9EA6BC20F}"/>
          </ac:spMkLst>
        </pc:spChg>
        <pc:spChg chg="add mod">
          <ac:chgData name="Erjan Kho" userId="1e472358-c8ba-4206-92c9-d7c227e16e78" providerId="ADAL" clId="{F0A1C0E5-F905-4470-88BC-E93782721C32}" dt="2026-10-12T04:07:45.436" v="1710" actId="20577"/>
          <ac:spMkLst>
            <pc:docMk/>
            <pc:sldMk cId="1011975292" sldId="294"/>
            <ac:spMk id="4" creationId="{545B9AF9-C553-955B-FF1A-788CAD167562}"/>
          </ac:spMkLst>
        </pc:spChg>
      </pc:sldChg>
      <pc:sldChg chg="addSp modSp new mod ord">
        <pc:chgData name="Erjan Kho" userId="1e472358-c8ba-4206-92c9-d7c227e16e78" providerId="ADAL" clId="{F0A1C0E5-F905-4470-88BC-E93782721C32}" dt="2026-10-14T02:09:31.750" v="1810" actId="14100"/>
        <pc:sldMkLst>
          <pc:docMk/>
          <pc:sldMk cId="1195259453" sldId="295"/>
        </pc:sldMkLst>
        <pc:spChg chg="mod">
          <ac:chgData name="Erjan Kho" userId="1e472358-c8ba-4206-92c9-d7c227e16e78" providerId="ADAL" clId="{F0A1C0E5-F905-4470-88BC-E93782721C32}" dt="2026-10-14T02:07:43.558" v="1769" actId="20577"/>
          <ac:spMkLst>
            <pc:docMk/>
            <pc:sldMk cId="1195259453" sldId="295"/>
            <ac:spMk id="3" creationId="{15722979-ABD2-F50A-02C6-0567E71ED35C}"/>
          </ac:spMkLst>
        </pc:spChg>
        <pc:spChg chg="add mod">
          <ac:chgData name="Erjan Kho" userId="1e472358-c8ba-4206-92c9-d7c227e16e78" providerId="ADAL" clId="{F0A1C0E5-F905-4470-88BC-E93782721C32}" dt="2026-10-14T02:09:31.750" v="1810" actId="14100"/>
          <ac:spMkLst>
            <pc:docMk/>
            <pc:sldMk cId="1195259453" sldId="295"/>
            <ac:spMk id="5" creationId="{C52ACB15-36FE-C6A9-84B5-D64850901A64}"/>
          </ac:spMkLst>
        </pc:spChg>
      </pc:sldChg>
      <pc:sldMasterChg chg="add addSldLayout delSldLayout modSldLayout">
        <pc:chgData name="Erjan Kho" userId="1e472358-c8ba-4206-92c9-d7c227e16e78" providerId="ADAL" clId="{F0A1C0E5-F905-4470-88BC-E93782721C32}" dt="2026-10-09T09:10:09.566" v="1278" actId="26606"/>
        <pc:sldMasterMkLst>
          <pc:docMk/>
          <pc:sldMasterMk cId="0" sldId="2147483648"/>
        </pc:sldMasterMkLst>
        <pc:sldLayoutChg chg="add">
          <pc:chgData name="Erjan Kho" userId="1e472358-c8ba-4206-92c9-d7c227e16e78" providerId="ADAL" clId="{F0A1C0E5-F905-4470-88BC-E93782721C32}" dt="2026-10-06T03:33:42.362" v="0" actId="26606"/>
          <pc:sldLayoutMkLst>
            <pc:docMk/>
            <pc:sldMasterMk cId="0" sldId="2147483648"/>
            <pc:sldLayoutMk cId="1870185744" sldId="2147483709"/>
          </pc:sldLayoutMkLst>
        </pc:sldLayoutChg>
        <pc:sldLayoutChg chg="add">
          <pc:chgData name="Erjan Kho" userId="1e472358-c8ba-4206-92c9-d7c227e16e78" providerId="ADAL" clId="{F0A1C0E5-F905-4470-88BC-E93782721C32}" dt="2026-10-06T03:33:42.362" v="0" actId="26606"/>
          <pc:sldLayoutMkLst>
            <pc:docMk/>
            <pc:sldMasterMk cId="0" sldId="2147483648"/>
            <pc:sldLayoutMk cId="57920938" sldId="2147483714"/>
          </pc:sldLayoutMkLst>
        </pc:sldLayoutChg>
        <pc:sldLayoutChg chg="add">
          <pc:chgData name="Erjan Kho" userId="1e472358-c8ba-4206-92c9-d7c227e16e78" providerId="ADAL" clId="{F0A1C0E5-F905-4470-88BC-E93782721C32}" dt="2026-10-06T03:33:42.362" v="0" actId="26606"/>
          <pc:sldLayoutMkLst>
            <pc:docMk/>
            <pc:sldMasterMk cId="0" sldId="2147483648"/>
            <pc:sldLayoutMk cId="1952638678" sldId="2147483715"/>
          </pc:sldLayoutMkLst>
        </pc:sldLayoutChg>
        <pc:sldLayoutChg chg="add">
          <pc:chgData name="Erjan Kho" userId="1e472358-c8ba-4206-92c9-d7c227e16e78" providerId="ADAL" clId="{F0A1C0E5-F905-4470-88BC-E93782721C32}" dt="2026-10-06T03:33:42.362" v="0" actId="26606"/>
          <pc:sldLayoutMkLst>
            <pc:docMk/>
            <pc:sldMasterMk cId="0" sldId="2147483648"/>
            <pc:sldLayoutMk cId="468239813" sldId="2147483716"/>
          </pc:sldLayoutMkLst>
        </pc:sldLayoutChg>
        <pc:sldLayoutChg chg="add">
          <pc:chgData name="Erjan Kho" userId="1e472358-c8ba-4206-92c9-d7c227e16e78" providerId="ADAL" clId="{F0A1C0E5-F905-4470-88BC-E93782721C32}" dt="2026-10-06T03:33:42.362" v="0" actId="26606"/>
          <pc:sldLayoutMkLst>
            <pc:docMk/>
            <pc:sldMasterMk cId="0" sldId="2147483648"/>
            <pc:sldLayoutMk cId="3387842863" sldId="2147483719"/>
          </pc:sldLayoutMkLst>
        </pc:sldLayoutChg>
        <pc:sldLayoutChg chg="add">
          <pc:chgData name="Erjan Kho" userId="1e472358-c8ba-4206-92c9-d7c227e16e78" providerId="ADAL" clId="{F0A1C0E5-F905-4470-88BC-E93782721C32}" dt="2026-10-06T03:33:42.362" v="0" actId="26606"/>
          <pc:sldLayoutMkLst>
            <pc:docMk/>
            <pc:sldMasterMk cId="0" sldId="2147483648"/>
            <pc:sldLayoutMk cId="2537240085" sldId="2147483720"/>
          </pc:sldLayoutMkLst>
        </pc:sldLayoutChg>
        <pc:sldLayoutChg chg="add">
          <pc:chgData name="Erjan Kho" userId="1e472358-c8ba-4206-92c9-d7c227e16e78" providerId="ADAL" clId="{F0A1C0E5-F905-4470-88BC-E93782721C32}" dt="2026-10-06T03:33:42.362" v="0" actId="26606"/>
          <pc:sldLayoutMkLst>
            <pc:docMk/>
            <pc:sldMasterMk cId="0" sldId="2147483648"/>
            <pc:sldLayoutMk cId="3476089461" sldId="2147483721"/>
          </pc:sldLayoutMkLst>
        </pc:sldLayoutChg>
        <pc:sldLayoutChg chg="add">
          <pc:chgData name="Erjan Kho" userId="1e472358-c8ba-4206-92c9-d7c227e16e78" providerId="ADAL" clId="{F0A1C0E5-F905-4470-88BC-E93782721C32}" dt="2026-10-06T03:33:42.362" v="0" actId="26606"/>
          <pc:sldLayoutMkLst>
            <pc:docMk/>
            <pc:sldMasterMk cId="0" sldId="2147483648"/>
            <pc:sldLayoutMk cId="492915148" sldId="2147483722"/>
          </pc:sldLayoutMkLst>
        </pc:sldLayoutChg>
        <pc:sldLayoutChg chg="add">
          <pc:chgData name="Erjan Kho" userId="1e472358-c8ba-4206-92c9-d7c227e16e78" providerId="ADAL" clId="{F0A1C0E5-F905-4470-88BC-E93782721C32}" dt="2026-10-06T03:33:42.362" v="0" actId="26606"/>
          <pc:sldLayoutMkLst>
            <pc:docMk/>
            <pc:sldMasterMk cId="0" sldId="2147483648"/>
            <pc:sldLayoutMk cId="3801447425" sldId="2147483723"/>
          </pc:sldLayoutMkLst>
        </pc:sldLayoutChg>
        <pc:sldLayoutChg chg="add">
          <pc:chgData name="Erjan Kho" userId="1e472358-c8ba-4206-92c9-d7c227e16e78" providerId="ADAL" clId="{F0A1C0E5-F905-4470-88BC-E93782721C32}" dt="2026-10-06T03:33:42.362" v="0" actId="26606"/>
          <pc:sldLayoutMkLst>
            <pc:docMk/>
            <pc:sldMasterMk cId="0" sldId="2147483648"/>
            <pc:sldLayoutMk cId="2209319671" sldId="2147483724"/>
          </pc:sldLayoutMkLst>
        </pc:sldLayoutChg>
        <pc:sldLayoutChg chg="add">
          <pc:chgData name="Erjan Kho" userId="1e472358-c8ba-4206-92c9-d7c227e16e78" providerId="ADAL" clId="{F0A1C0E5-F905-4470-88BC-E93782721C32}" dt="2026-10-06T03:33:42.362" v="0" actId="26606"/>
          <pc:sldLayoutMkLst>
            <pc:docMk/>
            <pc:sldMasterMk cId="0" sldId="2147483648"/>
            <pc:sldLayoutMk cId="1119825792" sldId="2147483727"/>
          </pc:sldLayoutMkLst>
        </pc:sldLayoutChg>
        <pc:sldLayoutChg chg="add">
          <pc:chgData name="Erjan Kho" userId="1e472358-c8ba-4206-92c9-d7c227e16e78" providerId="ADAL" clId="{F0A1C0E5-F905-4470-88BC-E93782721C32}" dt="2026-10-06T03:33:42.362" v="0" actId="26606"/>
          <pc:sldLayoutMkLst>
            <pc:docMk/>
            <pc:sldMasterMk cId="0" sldId="2147483648"/>
            <pc:sldLayoutMk cId="2169362192" sldId="2147483729"/>
          </pc:sldLayoutMkLst>
        </pc:sldLayoutChg>
        <pc:sldLayoutChg chg="add">
          <pc:chgData name="Erjan Kho" userId="1e472358-c8ba-4206-92c9-d7c227e16e78" providerId="ADAL" clId="{F0A1C0E5-F905-4470-88BC-E93782721C32}" dt="2026-10-06T03:33:42.362" v="0" actId="26606"/>
          <pc:sldLayoutMkLst>
            <pc:docMk/>
            <pc:sldMasterMk cId="0" sldId="2147483648"/>
            <pc:sldLayoutMk cId="1907594931" sldId="2147483730"/>
          </pc:sldLayoutMkLst>
        </pc:sldLayoutChg>
        <pc:sldLayoutChg chg="add">
          <pc:chgData name="Erjan Kho" userId="1e472358-c8ba-4206-92c9-d7c227e16e78" providerId="ADAL" clId="{F0A1C0E5-F905-4470-88BC-E93782721C32}" dt="2026-10-06T03:33:42.362" v="0" actId="26606"/>
          <pc:sldLayoutMkLst>
            <pc:docMk/>
            <pc:sldMasterMk cId="0" sldId="2147483648"/>
            <pc:sldLayoutMk cId="267664352" sldId="2147483731"/>
          </pc:sldLayoutMkLst>
        </pc:sldLayoutChg>
        <pc:sldLayoutChg chg="add">
          <pc:chgData name="Erjan Kho" userId="1e472358-c8ba-4206-92c9-d7c227e16e78" providerId="ADAL" clId="{F0A1C0E5-F905-4470-88BC-E93782721C32}" dt="2026-10-06T03:33:42.362" v="0" actId="26606"/>
          <pc:sldLayoutMkLst>
            <pc:docMk/>
            <pc:sldMasterMk cId="0" sldId="2147483648"/>
            <pc:sldLayoutMk cId="697499139" sldId="2147483733"/>
          </pc:sldLayoutMkLst>
        </pc:sldLayoutChg>
      </pc:sldMasterChg>
    </pc:docChg>
  </pc:docChgLst>
  <pc:docChgLst>
    <pc:chgData name="Erjan Kho" userId="S::ekho1@lenovo.com::1e472358-c8ba-4206-92c9-d7c227e16e78" providerId="AD" clId="Web-{5E0B246A-D848-9A51-4CDA-29770A79D29F}"/>
    <pc:docChg chg="addSld delSld modSld sldOrd">
      <pc:chgData name="Erjan Kho" userId="S::ekho1@lenovo.com::1e472358-c8ba-4206-92c9-d7c227e16e78" providerId="AD" clId="Web-{5E0B246A-D848-9A51-4CDA-29770A79D29F}" dt="2026-10-07T09:41:34.623" v="126"/>
      <pc:docMkLst>
        <pc:docMk/>
      </pc:docMkLst>
      <pc:sldChg chg="addSp modSp ord">
        <pc:chgData name="Erjan Kho" userId="S::ekho1@lenovo.com::1e472358-c8ba-4206-92c9-d7c227e16e78" providerId="AD" clId="Web-{5E0B246A-D848-9A51-4CDA-29770A79D29F}" dt="2026-10-07T09:41:12.341" v="125" actId="20577"/>
        <pc:sldMkLst>
          <pc:docMk/>
          <pc:sldMk cId="1904453651" sldId="277"/>
        </pc:sldMkLst>
        <pc:spChg chg="add mod">
          <ac:chgData name="Erjan Kho" userId="S::ekho1@lenovo.com::1e472358-c8ba-4206-92c9-d7c227e16e78" providerId="AD" clId="Web-{5E0B246A-D848-9A51-4CDA-29770A79D29F}" dt="2026-10-07T09:41:12.341" v="125" actId="20577"/>
          <ac:spMkLst>
            <pc:docMk/>
            <pc:sldMk cId="1904453651" sldId="277"/>
            <ac:spMk id="4" creationId="{FFACDA3B-C760-088E-A416-6EE66B3507C7}"/>
          </ac:spMkLst>
        </pc:spChg>
      </pc:sldChg>
      <pc:sldChg chg="addSp modSp add replId">
        <pc:chgData name="Erjan Kho" userId="S::ekho1@lenovo.com::1e472358-c8ba-4206-92c9-d7c227e16e78" providerId="AD" clId="Web-{5E0B246A-D848-9A51-4CDA-29770A79D29F}" dt="2026-10-06T06:50:04.799" v="31" actId="1076"/>
        <pc:sldMkLst>
          <pc:docMk/>
          <pc:sldMk cId="235895611" sldId="278"/>
        </pc:sldMkLst>
        <pc:spChg chg="mod">
          <ac:chgData name="Erjan Kho" userId="S::ekho1@lenovo.com::1e472358-c8ba-4206-92c9-d7c227e16e78" providerId="AD" clId="Web-{5E0B246A-D848-9A51-4CDA-29770A79D29F}" dt="2026-10-06T06:48:39.375" v="16" actId="20577"/>
          <ac:spMkLst>
            <pc:docMk/>
            <pc:sldMk cId="235895611" sldId="278"/>
            <ac:spMk id="3" creationId="{EC99A1D3-4165-7655-796B-E5699F63868B}"/>
          </ac:spMkLst>
        </pc:spChg>
        <pc:spChg chg="add mod">
          <ac:chgData name="Erjan Kho" userId="S::ekho1@lenovo.com::1e472358-c8ba-4206-92c9-d7c227e16e78" providerId="AD" clId="Web-{5E0B246A-D848-9A51-4CDA-29770A79D29F}" dt="2026-10-06T06:49:58.252" v="29" actId="1076"/>
          <ac:spMkLst>
            <pc:docMk/>
            <pc:sldMk cId="235895611" sldId="278"/>
            <ac:spMk id="4" creationId="{2DAC882D-2199-2962-38D4-E030025AC241}"/>
          </ac:spMkLst>
        </pc:spChg>
        <pc:picChg chg="add mod">
          <ac:chgData name="Erjan Kho" userId="S::ekho1@lenovo.com::1e472358-c8ba-4206-92c9-d7c227e16e78" providerId="AD" clId="Web-{5E0B246A-D848-9A51-4CDA-29770A79D29F}" dt="2026-10-06T06:50:04.799" v="31" actId="1076"/>
          <ac:picMkLst>
            <pc:docMk/>
            <pc:sldMk cId="235895611" sldId="278"/>
            <ac:picMk id="5" creationId="{63B4B54E-39B5-BBE5-3982-D35F308428CA}"/>
          </ac:picMkLst>
        </pc:picChg>
      </pc:sldChg>
      <pc:sldChg chg="addSp modSp new ord">
        <pc:chgData name="Erjan Kho" userId="S::ekho1@lenovo.com::1e472358-c8ba-4206-92c9-d7c227e16e78" providerId="AD" clId="Web-{5E0B246A-D848-9A51-4CDA-29770A79D29F}" dt="2026-10-07T09:38:07.538" v="117" actId="20577"/>
        <pc:sldMkLst>
          <pc:docMk/>
          <pc:sldMk cId="1391941730" sldId="279"/>
        </pc:sldMkLst>
        <pc:spChg chg="mod">
          <ac:chgData name="Erjan Kho" userId="S::ekho1@lenovo.com::1e472358-c8ba-4206-92c9-d7c227e16e78" providerId="AD" clId="Web-{5E0B246A-D848-9A51-4CDA-29770A79D29F}" dt="2026-10-07T09:38:07.538" v="117" actId="20577"/>
          <ac:spMkLst>
            <pc:docMk/>
            <pc:sldMk cId="1391941730" sldId="279"/>
            <ac:spMk id="3" creationId="{553DACBB-DFEC-514D-BE17-FE6DCDE4D9D5}"/>
          </ac:spMkLst>
        </pc:spChg>
        <pc:spChg chg="add mod">
          <ac:chgData name="Erjan Kho" userId="S::ekho1@lenovo.com::1e472358-c8ba-4206-92c9-d7c227e16e78" providerId="AD" clId="Web-{5E0B246A-D848-9A51-4CDA-29770A79D29F}" dt="2026-10-07T05:17:33.550" v="104" actId="20577"/>
          <ac:spMkLst>
            <pc:docMk/>
            <pc:sldMk cId="1391941730" sldId="279"/>
            <ac:spMk id="5" creationId="{C726514A-078C-0AB1-B83B-34792CF9E726}"/>
          </ac:spMkLst>
        </pc:spChg>
      </pc:sldChg>
    </pc:docChg>
  </pc:docChgLst>
  <pc:docChgLst>
    <pc:chgData name="Erjan Kho" userId="S::ekho1@lenovo.com::1e472358-c8ba-4206-92c9-d7c227e16e78" providerId="AD" clId="Web-{2D4011CB-5AD7-CA33-9726-3A8EF770C106}"/>
    <pc:docChg chg="modSld sldOrd">
      <pc:chgData name="Erjan Kho" userId="S::ekho1@lenovo.com::1e472358-c8ba-4206-92c9-d7c227e16e78" providerId="AD" clId="Web-{2D4011CB-5AD7-CA33-9726-3A8EF770C106}" dt="2026-10-08T09:46:15.976" v="98" actId="14100"/>
      <pc:docMkLst>
        <pc:docMk/>
      </pc:docMkLst>
      <pc:sldChg chg="modSp">
        <pc:chgData name="Erjan Kho" userId="S::ekho1@lenovo.com::1e472358-c8ba-4206-92c9-d7c227e16e78" providerId="AD" clId="Web-{2D4011CB-5AD7-CA33-9726-3A8EF770C106}" dt="2026-10-08T09:18:08.829" v="94"/>
        <pc:sldMkLst>
          <pc:docMk/>
          <pc:sldMk cId="1904453651" sldId="277"/>
        </pc:sldMkLst>
        <pc:spChg chg="mod">
          <ac:chgData name="Erjan Kho" userId="S::ekho1@lenovo.com::1e472358-c8ba-4206-92c9-d7c227e16e78" providerId="AD" clId="Web-{2D4011CB-5AD7-CA33-9726-3A8EF770C106}" dt="2026-10-08T09:18:08.751" v="92"/>
          <ac:spMkLst>
            <pc:docMk/>
            <pc:sldMk cId="1904453651" sldId="277"/>
            <ac:spMk id="18" creationId="{FC9DE68E-D893-971A-0864-5BE1FF3A9B5D}"/>
          </ac:spMkLst>
        </pc:spChg>
        <pc:spChg chg="mod">
          <ac:chgData name="Erjan Kho" userId="S::ekho1@lenovo.com::1e472358-c8ba-4206-92c9-d7c227e16e78" providerId="AD" clId="Web-{2D4011CB-5AD7-CA33-9726-3A8EF770C106}" dt="2026-10-08T09:18:08.751" v="93"/>
          <ac:spMkLst>
            <pc:docMk/>
            <pc:sldMk cId="1904453651" sldId="277"/>
            <ac:spMk id="32" creationId="{79BF931A-486E-9CEC-B280-9B4A0338C151}"/>
          </ac:spMkLst>
        </pc:spChg>
        <pc:spChg chg="mod">
          <ac:chgData name="Erjan Kho" userId="S::ekho1@lenovo.com::1e472358-c8ba-4206-92c9-d7c227e16e78" providerId="AD" clId="Web-{2D4011CB-5AD7-CA33-9726-3A8EF770C106}" dt="2026-10-08T09:18:08.829" v="94"/>
          <ac:spMkLst>
            <pc:docMk/>
            <pc:sldMk cId="1904453651" sldId="277"/>
            <ac:spMk id="46" creationId="{03E14902-E783-7A61-5F68-6747A668214E}"/>
          </ac:spMkLst>
        </pc:spChg>
      </pc:sldChg>
      <pc:sldChg chg="modSp">
        <pc:chgData name="Erjan Kho" userId="S::ekho1@lenovo.com::1e472358-c8ba-4206-92c9-d7c227e16e78" providerId="AD" clId="Web-{2D4011CB-5AD7-CA33-9726-3A8EF770C106}" dt="2026-10-08T09:11:39.029" v="88" actId="14100"/>
        <pc:sldMkLst>
          <pc:docMk/>
          <pc:sldMk cId="1391941730" sldId="279"/>
        </pc:sldMkLst>
        <pc:spChg chg="mod">
          <ac:chgData name="Erjan Kho" userId="S::ekho1@lenovo.com::1e472358-c8ba-4206-92c9-d7c227e16e78" providerId="AD" clId="Web-{2D4011CB-5AD7-CA33-9726-3A8EF770C106}" dt="2026-10-08T09:11:39.029" v="88" actId="14100"/>
          <ac:spMkLst>
            <pc:docMk/>
            <pc:sldMk cId="1391941730" sldId="279"/>
            <ac:spMk id="3" creationId="{553DACBB-DFEC-514D-BE17-FE6DCDE4D9D5}"/>
          </ac:spMkLst>
        </pc:spChg>
      </pc:sldChg>
      <pc:sldChg chg="ord">
        <pc:chgData name="Erjan Kho" userId="S::ekho1@lenovo.com::1e472358-c8ba-4206-92c9-d7c227e16e78" providerId="AD" clId="Web-{2D4011CB-5AD7-CA33-9726-3A8EF770C106}" dt="2026-10-08T09:08:38.480" v="0"/>
        <pc:sldMkLst>
          <pc:docMk/>
          <pc:sldMk cId="1356860156" sldId="282"/>
        </pc:sldMkLst>
      </pc:sldChg>
      <pc:sldChg chg="modSp">
        <pc:chgData name="Erjan Kho" userId="S::ekho1@lenovo.com::1e472358-c8ba-4206-92c9-d7c227e16e78" providerId="AD" clId="Web-{2D4011CB-5AD7-CA33-9726-3A8EF770C106}" dt="2026-10-08T09:46:15.976" v="98" actId="14100"/>
        <pc:sldMkLst>
          <pc:docMk/>
          <pc:sldMk cId="0" sldId="289"/>
        </pc:sldMkLst>
        <pc:spChg chg="mod">
          <ac:chgData name="Erjan Kho" userId="S::ekho1@lenovo.com::1e472358-c8ba-4206-92c9-d7c227e16e78" providerId="AD" clId="Web-{2D4011CB-5AD7-CA33-9726-3A8EF770C106}" dt="2026-10-08T09:46:07.648" v="96" actId="1076"/>
          <ac:spMkLst>
            <pc:docMk/>
            <pc:sldMk cId="0" sldId="289"/>
            <ac:spMk id="35" creationId="{00000000-0000-0000-0000-000000000000}"/>
          </ac:spMkLst>
        </pc:spChg>
        <pc:spChg chg="mod">
          <ac:chgData name="Erjan Kho" userId="S::ekho1@lenovo.com::1e472358-c8ba-4206-92c9-d7c227e16e78" providerId="AD" clId="Web-{2D4011CB-5AD7-CA33-9726-3A8EF770C106}" dt="2026-10-08T09:46:05.070" v="95" actId="1076"/>
          <ac:spMkLst>
            <pc:docMk/>
            <pc:sldMk cId="0" sldId="289"/>
            <ac:spMk id="37" creationId="{00000000-0000-0000-0000-000000000000}"/>
          </ac:spMkLst>
        </pc:spChg>
        <pc:spChg chg="mod">
          <ac:chgData name="Erjan Kho" userId="S::ekho1@lenovo.com::1e472358-c8ba-4206-92c9-d7c227e16e78" providerId="AD" clId="Web-{2D4011CB-5AD7-CA33-9726-3A8EF770C106}" dt="2026-10-08T09:46:15.976" v="98" actId="14100"/>
          <ac:spMkLst>
            <pc:docMk/>
            <pc:sldMk cId="0" sldId="289"/>
            <ac:spMk id="38" creationId="{00000000-0000-0000-0000-000000000000}"/>
          </ac:spMkLst>
        </pc:spChg>
      </pc:sldChg>
    </pc:docChg>
  </pc:docChgLst>
  <pc:docChgLst>
    <pc:chgData name="Erjan Kho" userId="S::ekho1@lenovo.com::1e472358-c8ba-4206-92c9-d7c227e16e78" providerId="AD" clId="Web-{6D2AA73A-E829-6735-08D6-E1089CA872B0}"/>
    <pc:docChg chg="modSld sldOrd">
      <pc:chgData name="Erjan Kho" userId="S::ekho1@lenovo.com::1e472358-c8ba-4206-92c9-d7c227e16e78" providerId="AD" clId="Web-{6D2AA73A-E829-6735-08D6-E1089CA872B0}" dt="2026-10-08T08:58:06.826" v="26"/>
      <pc:docMkLst>
        <pc:docMk/>
      </pc:docMkLst>
      <pc:sldChg chg="ord">
        <pc:chgData name="Erjan Kho" userId="S::ekho1@lenovo.com::1e472358-c8ba-4206-92c9-d7c227e16e78" providerId="AD" clId="Web-{6D2AA73A-E829-6735-08D6-E1089CA872B0}" dt="2026-10-08T08:58:06.826" v="26"/>
        <pc:sldMkLst>
          <pc:docMk/>
          <pc:sldMk cId="1904453651" sldId="277"/>
        </pc:sldMkLst>
      </pc:sldChg>
      <pc:sldChg chg="mod modShow">
        <pc:chgData name="Erjan Kho" userId="S::ekho1@lenovo.com::1e472358-c8ba-4206-92c9-d7c227e16e78" providerId="AD" clId="Web-{6D2AA73A-E829-6735-08D6-E1089CA872B0}" dt="2026-10-08T08:56:38.948" v="17"/>
        <pc:sldMkLst>
          <pc:docMk/>
          <pc:sldMk cId="1356860156" sldId="282"/>
        </pc:sldMkLst>
      </pc:sldChg>
      <pc:sldChg chg="ord">
        <pc:chgData name="Erjan Kho" userId="S::ekho1@lenovo.com::1e472358-c8ba-4206-92c9-d7c227e16e78" providerId="AD" clId="Web-{6D2AA73A-E829-6735-08D6-E1089CA872B0}" dt="2026-10-08T08:52:49.095" v="0"/>
        <pc:sldMkLst>
          <pc:docMk/>
          <pc:sldMk cId="2397588003" sldId="283"/>
        </pc:sldMkLst>
      </pc:sldChg>
      <pc:sldChg chg="ord">
        <pc:chgData name="Erjan Kho" userId="S::ekho1@lenovo.com::1e472358-c8ba-4206-92c9-d7c227e16e78" providerId="AD" clId="Web-{6D2AA73A-E829-6735-08D6-E1089CA872B0}" dt="2026-10-08T08:53:08.674" v="2"/>
        <pc:sldMkLst>
          <pc:docMk/>
          <pc:sldMk cId="2613862518" sldId="284"/>
        </pc:sldMkLst>
      </pc:sldChg>
      <pc:sldChg chg="ord">
        <pc:chgData name="Erjan Kho" userId="S::ekho1@lenovo.com::1e472358-c8ba-4206-92c9-d7c227e16e78" providerId="AD" clId="Web-{6D2AA73A-E829-6735-08D6-E1089CA872B0}" dt="2026-10-08T08:53:04.346" v="1"/>
        <pc:sldMkLst>
          <pc:docMk/>
          <pc:sldMk cId="701290912" sldId="287"/>
        </pc:sldMkLst>
      </pc:sldChg>
      <pc:sldChg chg="modSp ord">
        <pc:chgData name="Erjan Kho" userId="S::ekho1@lenovo.com::1e472358-c8ba-4206-92c9-d7c227e16e78" providerId="AD" clId="Web-{6D2AA73A-E829-6735-08D6-E1089CA872B0}" dt="2026-10-08T08:57:32.981" v="25" actId="1076"/>
        <pc:sldMkLst>
          <pc:docMk/>
          <pc:sldMk cId="0" sldId="289"/>
        </pc:sldMkLst>
        <pc:spChg chg="mod">
          <ac:chgData name="Erjan Kho" userId="S::ekho1@lenovo.com::1e472358-c8ba-4206-92c9-d7c227e16e78" providerId="AD" clId="Web-{6D2AA73A-E829-6735-08D6-E1089CA872B0}" dt="2026-10-08T08:56:02.118" v="16" actId="20577"/>
          <ac:spMkLst>
            <pc:docMk/>
            <pc:sldMk cId="0" sldId="289"/>
            <ac:spMk id="3" creationId="{555C6289-56B6-9C8D-B25A-0ECA19DDE3E4}"/>
          </ac:spMkLst>
        </pc:spChg>
        <pc:spChg chg="mod">
          <ac:chgData name="Erjan Kho" userId="S::ekho1@lenovo.com::1e472358-c8ba-4206-92c9-d7c227e16e78" providerId="AD" clId="Web-{6D2AA73A-E829-6735-08D6-E1089CA872B0}" dt="2026-10-08T08:57:32.919" v="22" actId="1076"/>
          <ac:spMkLst>
            <pc:docMk/>
            <pc:sldMk cId="0" sldId="289"/>
            <ac:spMk id="35" creationId="{00000000-0000-0000-0000-000000000000}"/>
          </ac:spMkLst>
        </pc:spChg>
        <pc:spChg chg="mod">
          <ac:chgData name="Erjan Kho" userId="S::ekho1@lenovo.com::1e472358-c8ba-4206-92c9-d7c227e16e78" providerId="AD" clId="Web-{6D2AA73A-E829-6735-08D6-E1089CA872B0}" dt="2026-10-08T08:57:32.934" v="23" actId="1076"/>
          <ac:spMkLst>
            <pc:docMk/>
            <pc:sldMk cId="0" sldId="289"/>
            <ac:spMk id="36" creationId="{00000000-0000-0000-0000-000000000000}"/>
          </ac:spMkLst>
        </pc:spChg>
        <pc:spChg chg="mod">
          <ac:chgData name="Erjan Kho" userId="S::ekho1@lenovo.com::1e472358-c8ba-4206-92c9-d7c227e16e78" providerId="AD" clId="Web-{6D2AA73A-E829-6735-08D6-E1089CA872B0}" dt="2026-10-08T08:57:32.966" v="24" actId="1076"/>
          <ac:spMkLst>
            <pc:docMk/>
            <pc:sldMk cId="0" sldId="289"/>
            <ac:spMk id="37" creationId="{00000000-0000-0000-0000-000000000000}"/>
          </ac:spMkLst>
        </pc:spChg>
        <pc:spChg chg="mod">
          <ac:chgData name="Erjan Kho" userId="S::ekho1@lenovo.com::1e472358-c8ba-4206-92c9-d7c227e16e78" providerId="AD" clId="Web-{6D2AA73A-E829-6735-08D6-E1089CA872B0}" dt="2026-10-08T08:57:32.981" v="25" actId="1076"/>
          <ac:spMkLst>
            <pc:docMk/>
            <pc:sldMk cId="0" sldId="289"/>
            <ac:spMk id="38" creationId="{00000000-0000-0000-0000-000000000000}"/>
          </ac:spMkLst>
        </pc:spChg>
        <pc:graphicFrameChg chg="mod">
          <ac:chgData name="Erjan Kho" userId="S::ekho1@lenovo.com::1e472358-c8ba-4206-92c9-d7c227e16e78" providerId="AD" clId="Web-{6D2AA73A-E829-6735-08D6-E1089CA872B0}" dt="2026-10-08T08:57:32.887" v="21" actId="1076"/>
          <ac:graphicFrameMkLst>
            <pc:docMk/>
            <pc:sldMk cId="0" sldId="289"/>
            <ac:graphicFrameMk id="5" creationId="{A6149D64-F45E-E894-4432-67810C93C7DE}"/>
          </ac:graphicFrameMkLst>
        </pc:graphicFrameChg>
      </pc:sldChg>
    </pc:docChg>
  </pc:docChgLst>
  <pc:docChgLst>
    <pc:chgData name="Erjan Kho" userId="S::ekho1@lenovo.com::1e472358-c8ba-4206-92c9-d7c227e16e78" providerId="AD" clId="Web-{00000000-0000-0000-0000-000000000000}"/>
    <pc:docChg chg="modSld">
      <pc:chgData name="Erjan Kho" userId="S::ekho1@lenovo.com::1e472358-c8ba-4206-92c9-d7c227e16e78" providerId="AD" clId="Web-{00000000-0000-0000-0000-000000000000}" dt="2026-10-09T09:31:26.374" v="237" actId="20577"/>
      <pc:docMkLst>
        <pc:docMk/>
      </pc:docMkLst>
      <pc:sldChg chg="modSp">
        <pc:chgData name="Erjan Kho" userId="S::ekho1@lenovo.com::1e472358-c8ba-4206-92c9-d7c227e16e78" providerId="AD" clId="Web-{00000000-0000-0000-0000-000000000000}" dt="2026-10-09T09:31:26.374" v="237" actId="20577"/>
        <pc:sldMkLst>
          <pc:docMk/>
          <pc:sldMk cId="518869050" sldId="293"/>
        </pc:sldMkLst>
        <pc:spChg chg="mod">
          <ac:chgData name="Erjan Kho" userId="S::ekho1@lenovo.com::1e472358-c8ba-4206-92c9-d7c227e16e78" providerId="AD" clId="Web-{00000000-0000-0000-0000-000000000000}" dt="2026-10-09T09:31:26.374" v="237" actId="20577"/>
          <ac:spMkLst>
            <pc:docMk/>
            <pc:sldMk cId="518869050" sldId="293"/>
            <ac:spMk id="7" creationId="{718AEA94-2C23-0EB3-2FD7-E8FCDA6F90FD}"/>
          </ac:spMkLst>
        </pc:spChg>
        <pc:picChg chg="mod">
          <ac:chgData name="Erjan Kho" userId="S::ekho1@lenovo.com::1e472358-c8ba-4206-92c9-d7c227e16e78" providerId="AD" clId="Web-{00000000-0000-0000-0000-000000000000}" dt="2026-10-09T09:30:13.308" v="232" actId="1076"/>
          <ac:picMkLst>
            <pc:docMk/>
            <pc:sldMk cId="518869050" sldId="293"/>
            <ac:picMk id="5" creationId="{34CE94E4-9CFE-EBE5-1E04-624DBF349EF0}"/>
          </ac:picMkLst>
        </pc:picChg>
      </pc:sldChg>
    </pc:docChg>
  </pc:docChgLst>
  <pc:docChgLst>
    <pc:chgData name="Erjan Kho" userId="S::ekho1@lenovo.com::1e472358-c8ba-4206-92c9-d7c227e16e78" providerId="AD" clId="Web-{90718F84-AAA2-D735-109A-C2131E25D43D}"/>
    <pc:docChg chg="modSld">
      <pc:chgData name="Erjan Kho" userId="S::ekho1@lenovo.com::1e472358-c8ba-4206-92c9-d7c227e16e78" providerId="AD" clId="Web-{90718F84-AAA2-D735-109A-C2131E25D43D}" dt="2026-10-12T03:59:34.439" v="119" actId="20577"/>
      <pc:docMkLst>
        <pc:docMk/>
      </pc:docMkLst>
      <pc:sldChg chg="modSp">
        <pc:chgData name="Erjan Kho" userId="S::ekho1@lenovo.com::1e472358-c8ba-4206-92c9-d7c227e16e78" providerId="AD" clId="Web-{90718F84-AAA2-D735-109A-C2131E25D43D}" dt="2026-10-12T03:59:34.439" v="119" actId="20577"/>
        <pc:sldMkLst>
          <pc:docMk/>
          <pc:sldMk cId="2969675129" sldId="291"/>
        </pc:sldMkLst>
        <pc:spChg chg="mod">
          <ac:chgData name="Erjan Kho" userId="S::ekho1@lenovo.com::1e472358-c8ba-4206-92c9-d7c227e16e78" providerId="AD" clId="Web-{90718F84-AAA2-D735-109A-C2131E25D43D}" dt="2026-10-12T03:55:02.508" v="17" actId="20577"/>
          <ac:spMkLst>
            <pc:docMk/>
            <pc:sldMk cId="2969675129" sldId="291"/>
            <ac:spMk id="3" creationId="{0A10D2D8-62F4-9DE3-D946-B0C89C9A4E4C}"/>
          </ac:spMkLst>
        </pc:spChg>
        <pc:spChg chg="mod">
          <ac:chgData name="Erjan Kho" userId="S::ekho1@lenovo.com::1e472358-c8ba-4206-92c9-d7c227e16e78" providerId="AD" clId="Web-{90718F84-AAA2-D735-109A-C2131E25D43D}" dt="2026-10-12T03:59:34.439" v="119" actId="20577"/>
          <ac:spMkLst>
            <pc:docMk/>
            <pc:sldMk cId="2969675129" sldId="291"/>
            <ac:spMk id="7" creationId="{066677C3-784A-1542-49AF-2E9EACD5108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2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1NoLn">
    <dgm:fillClrLst>
      <a:schemeClr val="accent2"/>
      <a:schemeClr val="accent3"/>
    </dgm:fillClrLst>
    <dgm:linClrLst meth="repeat">
      <a:schemeClr val="lt1">
        <a:alpha val="0"/>
      </a:schemeClr>
    </dgm:linClrLst>
    <dgm:effectClrLst/>
    <dgm:txLinClrLst/>
    <dgm:txFillClrLst/>
    <dgm:txEffectClrLst/>
  </dgm:styleLbl>
  <dgm:styleLbl name="ltNode1NoLn">
    <dgm:fillClrLst>
      <a:schemeClr val="accent2">
        <a:tint val="75000"/>
      </a:schemeClr>
      <a:schemeClr val="accent3">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2NoLn">
    <dgm:fillClrLst>
      <a:schemeClr val="accent3"/>
    </dgm:fillClrLst>
    <dgm:linClrLst meth="repeat">
      <a:schemeClr val="lt1">
        <a:alpha val="0"/>
      </a:schemeClr>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3NoLn">
    <dgm:fillClrLst>
      <a:schemeClr val="accent4"/>
    </dgm:fillClrLst>
    <dgm:linClrLst meth="repeat">
      <a:schemeClr val="lt1">
        <a:alpha val="0"/>
      </a:schemeClr>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node4NoLn">
    <dgm:fillClrLst>
      <a:schemeClr val="accent5"/>
    </dgm:fillClrLst>
    <dgm:linClrLst meth="repeat">
      <a:schemeClr val="lt1">
        <a:alpha val="0"/>
      </a:schemeClr>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AFC8794-A259-45B4-8146-642885EDF19B}" type="doc">
      <dgm:prSet loTypeId="urn:microsoft.com/office/officeart/2024/layout/BulletTimelineInverted#1" loCatId="timeline" qsTypeId="urn:microsoft.com/office/officeart/2005/8/quickstyle/simple1#1" qsCatId="simple" csTypeId="urn:microsoft.com/office/officeart/2005/8/colors/colorful2#22" csCatId="colorful" phldr="1"/>
      <dgm:spPr/>
      <dgm:t>
        <a:bodyPr/>
        <a:lstStyle/>
        <a:p>
          <a:endParaRPr lang="en-US"/>
        </a:p>
      </dgm:t>
    </dgm:pt>
    <dgm:pt modelId="{360B63BC-0A32-4D03-BFBF-9ADBF73626E3}">
      <dgm:prSet phldrT="[Text]" phldr="0" custT="1"/>
      <dgm:spPr/>
      <dgm:t>
        <a:bodyPr/>
        <a:lstStyle/>
        <a:p>
          <a:pPr>
            <a:defRPr b="1"/>
          </a:pPr>
          <a:r>
            <a:rPr lang="en-US" sz="1800" b="1">
              <a:latin typeface="Century Gothic"/>
            </a:rPr>
            <a:t>1</a:t>
          </a:r>
          <a:endParaRPr lang="en-US" sz="1800" b="1">
            <a:latin typeface="Century Gothic"/>
            <a:ea typeface="Calibri"/>
            <a:cs typeface="Calibri"/>
          </a:endParaRPr>
        </a:p>
      </dgm:t>
    </dgm:pt>
    <dgm:pt modelId="{38A997FB-E436-4E9C-A829-F2F7D62FBE10}" type="parTrans" cxnId="{C90A9521-086E-4E44-BD06-6E20CD689C03}">
      <dgm:prSet/>
      <dgm:spPr/>
      <dgm:t>
        <a:bodyPr/>
        <a:lstStyle/>
        <a:p>
          <a:endParaRPr lang="en-US"/>
        </a:p>
      </dgm:t>
    </dgm:pt>
    <dgm:pt modelId="{EB030134-92C9-4D50-B9E3-C9D760D09AEB}" type="sibTrans" cxnId="{C90A9521-086E-4E44-BD06-6E20CD689C03}">
      <dgm:prSet/>
      <dgm:spPr/>
      <dgm:t>
        <a:bodyPr/>
        <a:lstStyle/>
        <a:p>
          <a:endParaRPr lang="en-US"/>
        </a:p>
      </dgm:t>
    </dgm:pt>
    <dgm:pt modelId="{93A73B4E-3B6A-48C1-9279-54368AD2B71B}">
      <dgm:prSet phldrT="[Text]" phldr="0" custT="1"/>
      <dgm:spPr/>
      <dgm:t>
        <a:bodyPr/>
        <a:lstStyle/>
        <a:p>
          <a:pPr>
            <a:defRPr b="1"/>
          </a:pPr>
          <a:r>
            <a:rPr lang="en-US" sz="1800">
              <a:latin typeface="Century Gothic"/>
            </a:rPr>
            <a:t>2</a:t>
          </a:r>
        </a:p>
      </dgm:t>
    </dgm:pt>
    <dgm:pt modelId="{648E9CA6-049D-45E0-8F7B-C965AE80800C}" type="parTrans" cxnId="{318337A9-18CC-4A88-BBA2-1A24CCF9E2EB}">
      <dgm:prSet/>
      <dgm:spPr/>
      <dgm:t>
        <a:bodyPr/>
        <a:lstStyle/>
        <a:p>
          <a:endParaRPr lang="en-US"/>
        </a:p>
      </dgm:t>
    </dgm:pt>
    <dgm:pt modelId="{5EAA9F26-211C-4F4C-AC9C-B8E515F233B4}" type="sibTrans" cxnId="{318337A9-18CC-4A88-BBA2-1A24CCF9E2EB}">
      <dgm:prSet/>
      <dgm:spPr/>
      <dgm:t>
        <a:bodyPr/>
        <a:lstStyle/>
        <a:p>
          <a:endParaRPr lang="en-US"/>
        </a:p>
      </dgm:t>
    </dgm:pt>
    <dgm:pt modelId="{617EA073-88E1-48A0-9D9A-18392C7739F6}">
      <dgm:prSet phldrT="[Text]" phldr="0" custT="1"/>
      <dgm:spPr/>
      <dgm:t>
        <a:bodyPr/>
        <a:lstStyle/>
        <a:p>
          <a:pPr>
            <a:defRPr b="1"/>
          </a:pPr>
          <a:r>
            <a:rPr lang="en-US" sz="1800">
              <a:latin typeface="Century Gothic"/>
            </a:rPr>
            <a:t>3</a:t>
          </a:r>
        </a:p>
      </dgm:t>
    </dgm:pt>
    <dgm:pt modelId="{D20A980E-7D3B-4329-9E22-2D0535D651A8}" type="parTrans" cxnId="{284F23F4-861C-4BAD-B4A5-46BCB2D37E43}">
      <dgm:prSet/>
      <dgm:spPr/>
      <dgm:t>
        <a:bodyPr/>
        <a:lstStyle/>
        <a:p>
          <a:endParaRPr lang="en-US"/>
        </a:p>
      </dgm:t>
    </dgm:pt>
    <dgm:pt modelId="{F2F1C037-21A3-4913-A5EE-4542F44AD68B}" type="sibTrans" cxnId="{284F23F4-861C-4BAD-B4A5-46BCB2D37E43}">
      <dgm:prSet/>
      <dgm:spPr/>
      <dgm:t>
        <a:bodyPr/>
        <a:lstStyle/>
        <a:p>
          <a:endParaRPr lang="en-US"/>
        </a:p>
      </dgm:t>
    </dgm:pt>
    <dgm:pt modelId="{FA84F891-E98D-4C31-83CC-51D02FA2CD25}">
      <dgm:prSet phldrT="[Text]" phldr="0"/>
      <dgm:spPr/>
      <dgm:t>
        <a:bodyPr/>
        <a:lstStyle/>
        <a:p>
          <a:r>
            <a:rPr lang="en-US" sz="1400" b="1">
              <a:latin typeface="Century Gothic"/>
            </a:rPr>
            <a:t>Verify The Facts</a:t>
          </a:r>
        </a:p>
      </dgm:t>
    </dgm:pt>
    <dgm:pt modelId="{09A7FB8E-1D30-4DB9-BDF2-74B6AD3E5F5A}" type="parTrans" cxnId="{64252BDE-781F-4032-9D97-DEA76DFE0259}">
      <dgm:prSet/>
      <dgm:spPr/>
      <dgm:t>
        <a:bodyPr/>
        <a:lstStyle/>
        <a:p>
          <a:endParaRPr lang="en-US"/>
        </a:p>
      </dgm:t>
    </dgm:pt>
    <dgm:pt modelId="{1FD1FB3A-6D09-4D6E-94FF-CBAF4B31A0AC}" type="sibTrans" cxnId="{64252BDE-781F-4032-9D97-DEA76DFE0259}">
      <dgm:prSet/>
      <dgm:spPr/>
      <dgm:t>
        <a:bodyPr/>
        <a:lstStyle/>
        <a:p>
          <a:endParaRPr lang="en-US"/>
        </a:p>
      </dgm:t>
    </dgm:pt>
    <dgm:pt modelId="{BC86F55D-23E4-42F3-8D46-26DD1D79C59A}">
      <dgm:prSet phldrT="[Text]" phldr="0" custT="1"/>
      <dgm:spPr/>
      <dgm:t>
        <a:bodyPr/>
        <a:lstStyle/>
        <a:p>
          <a:pPr>
            <a:defRPr b="1"/>
          </a:pPr>
          <a:r>
            <a:rPr lang="en-US" sz="1800" b="1">
              <a:latin typeface="Century Gothic"/>
            </a:rPr>
            <a:t>4</a:t>
          </a:r>
        </a:p>
      </dgm:t>
    </dgm:pt>
    <dgm:pt modelId="{CEA461E3-E463-429A-9227-113B03F64130}" type="parTrans" cxnId="{B96B77E8-F860-42F9-B81B-0ABF42ABB823}">
      <dgm:prSet/>
      <dgm:spPr/>
      <dgm:t>
        <a:bodyPr/>
        <a:lstStyle/>
        <a:p>
          <a:endParaRPr lang="en-US"/>
        </a:p>
      </dgm:t>
    </dgm:pt>
    <dgm:pt modelId="{933560C0-4DD5-4293-BA78-E5DD67A36FF3}" type="sibTrans" cxnId="{B96B77E8-F860-42F9-B81B-0ABF42ABB823}">
      <dgm:prSet/>
      <dgm:spPr/>
      <dgm:t>
        <a:bodyPr/>
        <a:lstStyle/>
        <a:p>
          <a:endParaRPr lang="en-US"/>
        </a:p>
      </dgm:t>
    </dgm:pt>
    <dgm:pt modelId="{DD1CF58B-8370-410F-9DF2-97B91266524C}">
      <dgm:prSet phldrT="[Text]" phldr="0"/>
      <dgm:spPr/>
      <dgm:t>
        <a:bodyPr/>
        <a:lstStyle/>
        <a:p>
          <a:r>
            <a:rPr lang="en-US" sz="1400" b="1">
              <a:latin typeface="Century Gothic"/>
              <a:ea typeface="Calibri"/>
              <a:cs typeface="Calibri"/>
            </a:rPr>
            <a:t>Start The Case</a:t>
          </a:r>
          <a:endParaRPr lang="en-US" sz="1400" b="1">
            <a:latin typeface="Century Gothic"/>
          </a:endParaRPr>
        </a:p>
      </dgm:t>
    </dgm:pt>
    <dgm:pt modelId="{D8C3A2CD-FF65-4E1B-8125-044A797F0633}" type="parTrans" cxnId="{5AE0F10A-5CED-4CB8-9CA8-8F41E7E6A62C}">
      <dgm:prSet/>
      <dgm:spPr/>
      <dgm:t>
        <a:bodyPr/>
        <a:lstStyle/>
        <a:p>
          <a:endParaRPr lang="en-US"/>
        </a:p>
      </dgm:t>
    </dgm:pt>
    <dgm:pt modelId="{3A9C98D9-374C-4EB4-B112-6F8A65F39611}" type="sibTrans" cxnId="{5AE0F10A-5CED-4CB8-9CA8-8F41E7E6A62C}">
      <dgm:prSet/>
      <dgm:spPr/>
      <dgm:t>
        <a:bodyPr/>
        <a:lstStyle/>
        <a:p>
          <a:endParaRPr lang="en-US"/>
        </a:p>
      </dgm:t>
    </dgm:pt>
    <dgm:pt modelId="{33AF2873-0D10-4C68-90CE-34AE1E1294E4}">
      <dgm:prSet phldrT="[Text]" phldr="0"/>
      <dgm:spPr/>
      <dgm:t>
        <a:bodyPr/>
        <a:lstStyle/>
        <a:p>
          <a:r>
            <a:rPr lang="en-US" sz="1400" b="1">
              <a:latin typeface="Century Gothic"/>
            </a:rPr>
            <a:t>Prepare The Conclusion</a:t>
          </a:r>
        </a:p>
      </dgm:t>
    </dgm:pt>
    <dgm:pt modelId="{8A94AADE-E860-488B-AC3C-101F6FECD53C}" type="parTrans" cxnId="{83A18DBC-565C-4908-82C6-4DCDA21123B9}">
      <dgm:prSet/>
      <dgm:spPr/>
      <dgm:t>
        <a:bodyPr/>
        <a:lstStyle/>
        <a:p>
          <a:endParaRPr lang="en-US"/>
        </a:p>
      </dgm:t>
    </dgm:pt>
    <dgm:pt modelId="{61BCF39C-F09F-4EC7-B4F4-2674B75CBECF}" type="sibTrans" cxnId="{83A18DBC-565C-4908-82C6-4DCDA21123B9}">
      <dgm:prSet/>
      <dgm:spPr/>
      <dgm:t>
        <a:bodyPr/>
        <a:lstStyle/>
        <a:p>
          <a:endParaRPr lang="en-US"/>
        </a:p>
      </dgm:t>
    </dgm:pt>
    <dgm:pt modelId="{C29AC9C5-1A4C-44C4-9AF0-0B7CFDAB895D}">
      <dgm:prSet phldrT="[Text]" phldr="0"/>
      <dgm:spPr/>
      <dgm:t>
        <a:bodyPr/>
        <a:lstStyle/>
        <a:p>
          <a:r>
            <a:rPr lang="en-US" sz="1400" b="1">
              <a:latin typeface="Century Gothic"/>
            </a:rPr>
            <a:t>Investigate The Case</a:t>
          </a:r>
        </a:p>
      </dgm:t>
    </dgm:pt>
    <dgm:pt modelId="{519BB126-4BB9-4962-B57C-C5978237714E}" type="parTrans" cxnId="{50DB6D18-A1B8-4E33-BBFE-45B63741E34D}">
      <dgm:prSet/>
      <dgm:spPr/>
      <dgm:t>
        <a:bodyPr/>
        <a:lstStyle/>
        <a:p>
          <a:endParaRPr lang="en-US"/>
        </a:p>
      </dgm:t>
    </dgm:pt>
    <dgm:pt modelId="{A04E912F-A10B-437C-A872-41044ED944A1}" type="sibTrans" cxnId="{50DB6D18-A1B8-4E33-BBFE-45B63741E34D}">
      <dgm:prSet/>
      <dgm:spPr/>
      <dgm:t>
        <a:bodyPr/>
        <a:lstStyle/>
        <a:p>
          <a:endParaRPr lang="en-US"/>
        </a:p>
      </dgm:t>
    </dgm:pt>
    <dgm:pt modelId="{24242E92-4A13-4F44-A810-54CC8CD7EA35}" type="pres">
      <dgm:prSet presAssocID="{1AFC8794-A259-45B4-8146-642885EDF19B}" presName="root" presStyleCnt="0">
        <dgm:presLayoutVars>
          <dgm:dir/>
          <dgm:animLvl val="lvl"/>
        </dgm:presLayoutVars>
      </dgm:prSet>
      <dgm:spPr/>
    </dgm:pt>
    <dgm:pt modelId="{DBC5280E-3867-49C1-92A7-042A11D3836B}" type="pres">
      <dgm:prSet presAssocID="{1AFC8794-A259-45B4-8146-642885EDF19B}" presName="divider" presStyleCnt="0"/>
      <dgm:spPr/>
    </dgm:pt>
    <dgm:pt modelId="{4364AA98-51F6-4088-A0DA-5C51949CD865}" type="pres">
      <dgm:prSet presAssocID="{1AFC8794-A259-45B4-8146-642885EDF19B}" presName="rectBar" presStyleLbl="dkBgShp" presStyleIdx="0" presStyleCnt="6"/>
      <dgm:spPr>
        <a:solidFill>
          <a:schemeClr val="accent2">
            <a:lumMod val="75000"/>
          </a:schemeClr>
        </a:solidFill>
        <a:ln>
          <a:noFill/>
        </a:ln>
        <a:effectLst/>
      </dgm:spPr>
    </dgm:pt>
    <dgm:pt modelId="{33BA0245-6873-4E95-B9D5-02EC5CF60958}" type="pres">
      <dgm:prSet presAssocID="{1AFC8794-A259-45B4-8146-642885EDF19B}" presName="chevronArrow" presStyleLbl="dkBgShp" presStyleIdx="1" presStyleCnt="6"/>
      <dgm:spPr>
        <a:gradFill rotWithShape="0">
          <a:gsLst>
            <a:gs pos="0">
              <a:schemeClr val="accent2">
                <a:tint val="76000"/>
              </a:schemeClr>
            </a:gs>
            <a:gs pos="100000">
              <a:schemeClr val="accent2">
                <a:tint val="76000"/>
              </a:schemeClr>
            </a:gs>
          </a:gsLst>
          <a:lin ang="0" scaled="0"/>
        </a:gradFill>
        <a:ln>
          <a:noFill/>
        </a:ln>
        <a:effectLst/>
      </dgm:spPr>
    </dgm:pt>
    <dgm:pt modelId="{365747B2-232D-48FE-A3A4-2874B3EDFC4F}" type="pres">
      <dgm:prSet presAssocID="{1AFC8794-A259-45B4-8146-642885EDF19B}" presName="nodes" presStyleCnt="0">
        <dgm:presLayoutVars>
          <dgm:chMax/>
          <dgm:chPref/>
          <dgm:animLvl val="lvl"/>
        </dgm:presLayoutVars>
      </dgm:prSet>
      <dgm:spPr/>
    </dgm:pt>
    <dgm:pt modelId="{67A327C6-1FA9-470F-B4D5-40981124A78B}" type="pres">
      <dgm:prSet presAssocID="{360B63BC-0A32-4D03-BFBF-9ADBF73626E3}" presName="composite" presStyleCnt="0"/>
      <dgm:spPr/>
    </dgm:pt>
    <dgm:pt modelId="{2B0E168B-BB69-401D-BEA5-BFA98D75C3DE}" type="pres">
      <dgm:prSet presAssocID="{360B63BC-0A32-4D03-BFBF-9ADBF73626E3}" presName="DropPinPlaceHolder" presStyleCnt="0"/>
      <dgm:spPr/>
    </dgm:pt>
    <dgm:pt modelId="{3CB54F23-8571-4826-8641-33A8C4BFE036}" type="pres">
      <dgm:prSet presAssocID="{360B63BC-0A32-4D03-BFBF-9ADBF73626E3}" presName="DropPin" presStyleLbl="alignNode1" presStyleIdx="0" presStyleCnt="4"/>
      <dgm:spPr/>
    </dgm:pt>
    <dgm:pt modelId="{1C0E615D-B34A-40AC-8D53-E8422BA0BE98}" type="pres">
      <dgm:prSet presAssocID="{360B63BC-0A32-4D03-BFBF-9ADBF73626E3}" presName="Ellipse" presStyleLbl="fgAcc1" presStyleIdx="0" presStyleCnt="4"/>
      <dgm:spPr/>
    </dgm:pt>
    <dgm:pt modelId="{3C3E715C-9EFC-42E5-96A8-12F6FC80A892}" type="pres">
      <dgm:prSet presAssocID="{360B63BC-0A32-4D03-BFBF-9ADBF73626E3}" presName="L2TextContainer" presStyleLbl="revTx" presStyleIdx="0" presStyleCnt="8">
        <dgm:presLayoutVars>
          <dgm:bulletEnabled val="1"/>
        </dgm:presLayoutVars>
      </dgm:prSet>
      <dgm:spPr/>
    </dgm:pt>
    <dgm:pt modelId="{7DA6228B-1222-4211-BF2C-B733118D77B2}" type="pres">
      <dgm:prSet presAssocID="{360B63BC-0A32-4D03-BFBF-9ADBF73626E3}" presName="L1TextContainer" presStyleLbl="revTx" presStyleIdx="1" presStyleCnt="8">
        <dgm:presLayoutVars>
          <dgm:chMax val="1"/>
          <dgm:chPref val="1"/>
          <dgm:bulletEnabled val="1"/>
        </dgm:presLayoutVars>
      </dgm:prSet>
      <dgm:spPr/>
    </dgm:pt>
    <dgm:pt modelId="{C8770C0D-A635-4D78-85A2-87644326DD82}" type="pres">
      <dgm:prSet presAssocID="{360B63BC-0A32-4D03-BFBF-9ADBF73626E3}" presName="ConnectLine" presStyleLbl="dkBgShp" presStyleIdx="2" presStyleCnt="6"/>
      <dgm:spPr>
        <a:gradFill rotWithShape="0">
          <a:gsLst>
            <a:gs pos="0">
              <a:schemeClr val="accent2">
                <a:tint val="76000"/>
              </a:schemeClr>
            </a:gs>
            <a:gs pos="100000">
              <a:schemeClr val="accent2">
                <a:tint val="76000"/>
              </a:schemeClr>
            </a:gs>
          </a:gsLst>
          <a:lin ang="0" scaled="0"/>
        </a:gradFill>
        <a:ln>
          <a:noFill/>
        </a:ln>
        <a:effectLst/>
      </dgm:spPr>
    </dgm:pt>
    <dgm:pt modelId="{0DE6A9B0-A009-43AE-B1AF-927C8671B43B}" type="pres">
      <dgm:prSet presAssocID="{360B63BC-0A32-4D03-BFBF-9ADBF73626E3}" presName="ConnectorPoint" presStyleCnt="0"/>
      <dgm:spPr/>
    </dgm:pt>
    <dgm:pt modelId="{3760242F-D965-41C3-BC2C-685064680915}" type="pres">
      <dgm:prSet presAssocID="{360B63BC-0A32-4D03-BFBF-9ADBF73626E3}" presName="Bullet" presStyleLbl="node1NoLn" presStyleIdx="0" presStyleCnt="4"/>
      <dgm:spPr/>
    </dgm:pt>
    <dgm:pt modelId="{C6052DCF-B0C6-498C-A63B-529817BAD5DA}" type="pres">
      <dgm:prSet presAssocID="{360B63BC-0A32-4D03-BFBF-9ADBF73626E3}" presName="EmptyPlaceHolder" presStyleCnt="0"/>
      <dgm:spPr/>
    </dgm:pt>
    <dgm:pt modelId="{6908B43D-546A-4AA8-AC9C-06E126D9C17D}" type="pres">
      <dgm:prSet presAssocID="{EB030134-92C9-4D50-B9E3-C9D760D09AEB}" presName="spaceBetweenRectangles" presStyleCnt="0"/>
      <dgm:spPr/>
    </dgm:pt>
    <dgm:pt modelId="{E29239FE-5E23-4586-8803-5E7F908CC468}" type="pres">
      <dgm:prSet presAssocID="{93A73B4E-3B6A-48C1-9279-54368AD2B71B}" presName="composite" presStyleCnt="0"/>
      <dgm:spPr/>
    </dgm:pt>
    <dgm:pt modelId="{E93D5872-A762-4E11-B71E-0B8A9D8E83D5}" type="pres">
      <dgm:prSet presAssocID="{93A73B4E-3B6A-48C1-9279-54368AD2B71B}" presName="DropPinPlaceHolder" presStyleCnt="0"/>
      <dgm:spPr/>
    </dgm:pt>
    <dgm:pt modelId="{C90B86AF-8738-4DE7-9DED-5E8B4DAE03ED}" type="pres">
      <dgm:prSet presAssocID="{93A73B4E-3B6A-48C1-9279-54368AD2B71B}" presName="DropPin" presStyleLbl="alignNode1" presStyleIdx="1" presStyleCnt="4"/>
      <dgm:spPr/>
    </dgm:pt>
    <dgm:pt modelId="{7E46D289-2C26-461D-9C97-C8336B262E41}" type="pres">
      <dgm:prSet presAssocID="{93A73B4E-3B6A-48C1-9279-54368AD2B71B}" presName="Ellipse" presStyleLbl="fgAcc1" presStyleIdx="1" presStyleCnt="4"/>
      <dgm:spPr/>
    </dgm:pt>
    <dgm:pt modelId="{F0D9F67C-7F3B-4CAD-BDCF-E2304D08BE44}" type="pres">
      <dgm:prSet presAssocID="{93A73B4E-3B6A-48C1-9279-54368AD2B71B}" presName="L2TextContainer" presStyleLbl="revTx" presStyleIdx="2" presStyleCnt="8">
        <dgm:presLayoutVars>
          <dgm:bulletEnabled val="1"/>
        </dgm:presLayoutVars>
      </dgm:prSet>
      <dgm:spPr/>
    </dgm:pt>
    <dgm:pt modelId="{F30FE75C-CFD8-4AB6-89EF-1E4B4BA73245}" type="pres">
      <dgm:prSet presAssocID="{93A73B4E-3B6A-48C1-9279-54368AD2B71B}" presName="L1TextContainer" presStyleLbl="revTx" presStyleIdx="3" presStyleCnt="8">
        <dgm:presLayoutVars>
          <dgm:chMax val="1"/>
          <dgm:chPref val="1"/>
          <dgm:bulletEnabled val="1"/>
        </dgm:presLayoutVars>
      </dgm:prSet>
      <dgm:spPr/>
    </dgm:pt>
    <dgm:pt modelId="{A6D96113-6C05-420F-9460-FD9895A71511}" type="pres">
      <dgm:prSet presAssocID="{93A73B4E-3B6A-48C1-9279-54368AD2B71B}" presName="ConnectLine" presStyleLbl="dkBgShp" presStyleIdx="3" presStyleCnt="6"/>
      <dgm:spPr>
        <a:gradFill rotWithShape="0">
          <a:gsLst>
            <a:gs pos="0">
              <a:schemeClr val="accent2">
                <a:tint val="76000"/>
              </a:schemeClr>
            </a:gs>
            <a:gs pos="100000">
              <a:schemeClr val="accent2">
                <a:tint val="76000"/>
              </a:schemeClr>
            </a:gs>
          </a:gsLst>
          <a:lin ang="0" scaled="0"/>
        </a:gradFill>
        <a:ln>
          <a:noFill/>
        </a:ln>
        <a:effectLst/>
      </dgm:spPr>
    </dgm:pt>
    <dgm:pt modelId="{5CAE816D-0B8F-4198-9CEC-75A905D0B582}" type="pres">
      <dgm:prSet presAssocID="{93A73B4E-3B6A-48C1-9279-54368AD2B71B}" presName="ConnectorPoint" presStyleCnt="0"/>
      <dgm:spPr/>
    </dgm:pt>
    <dgm:pt modelId="{38B8EB10-CA9E-4D42-8141-AC5FE89AD413}" type="pres">
      <dgm:prSet presAssocID="{93A73B4E-3B6A-48C1-9279-54368AD2B71B}" presName="Bullet" presStyleLbl="node1NoLn" presStyleIdx="1" presStyleCnt="4"/>
      <dgm:spPr/>
    </dgm:pt>
    <dgm:pt modelId="{2FA41187-2895-48FD-A0B5-09F78D3F93C7}" type="pres">
      <dgm:prSet presAssocID="{93A73B4E-3B6A-48C1-9279-54368AD2B71B}" presName="EmptyPlaceHolder" presStyleCnt="0"/>
      <dgm:spPr/>
    </dgm:pt>
    <dgm:pt modelId="{8E10D15F-16D7-42B3-AE66-D5B4FA03DA34}" type="pres">
      <dgm:prSet presAssocID="{5EAA9F26-211C-4F4C-AC9C-B8E515F233B4}" presName="spaceBetweenRectangles" presStyleCnt="0"/>
      <dgm:spPr/>
    </dgm:pt>
    <dgm:pt modelId="{D7615640-AF3F-41ED-A99E-63886D29F635}" type="pres">
      <dgm:prSet presAssocID="{617EA073-88E1-48A0-9D9A-18392C7739F6}" presName="composite" presStyleCnt="0"/>
      <dgm:spPr/>
    </dgm:pt>
    <dgm:pt modelId="{64C6BAD2-889F-4CCB-A7BA-10C62E408F15}" type="pres">
      <dgm:prSet presAssocID="{617EA073-88E1-48A0-9D9A-18392C7739F6}" presName="DropPinPlaceHolder" presStyleCnt="0"/>
      <dgm:spPr/>
    </dgm:pt>
    <dgm:pt modelId="{192D2ED5-81D0-4C98-B1CF-286307A5D763}" type="pres">
      <dgm:prSet presAssocID="{617EA073-88E1-48A0-9D9A-18392C7739F6}" presName="DropPin" presStyleLbl="alignNode1" presStyleIdx="2" presStyleCnt="4"/>
      <dgm:spPr/>
    </dgm:pt>
    <dgm:pt modelId="{75CC1B5F-A2DF-4541-8DD9-B11FBDF5A253}" type="pres">
      <dgm:prSet presAssocID="{617EA073-88E1-48A0-9D9A-18392C7739F6}" presName="Ellipse" presStyleLbl="fgAcc1" presStyleIdx="2" presStyleCnt="4"/>
      <dgm:spPr/>
    </dgm:pt>
    <dgm:pt modelId="{375B7825-6646-48EB-B12D-4487F593DD3C}" type="pres">
      <dgm:prSet presAssocID="{617EA073-88E1-48A0-9D9A-18392C7739F6}" presName="L2TextContainer" presStyleLbl="revTx" presStyleIdx="4" presStyleCnt="8">
        <dgm:presLayoutVars>
          <dgm:bulletEnabled val="1"/>
        </dgm:presLayoutVars>
      </dgm:prSet>
      <dgm:spPr/>
    </dgm:pt>
    <dgm:pt modelId="{3D79C160-1D04-4677-AB72-02EC95DA6A0D}" type="pres">
      <dgm:prSet presAssocID="{617EA073-88E1-48A0-9D9A-18392C7739F6}" presName="L1TextContainer" presStyleLbl="revTx" presStyleIdx="5" presStyleCnt="8">
        <dgm:presLayoutVars>
          <dgm:chMax val="1"/>
          <dgm:chPref val="1"/>
          <dgm:bulletEnabled val="1"/>
        </dgm:presLayoutVars>
      </dgm:prSet>
      <dgm:spPr/>
    </dgm:pt>
    <dgm:pt modelId="{7ED0576A-A4DE-4076-8D19-886FC96A2D4E}" type="pres">
      <dgm:prSet presAssocID="{617EA073-88E1-48A0-9D9A-18392C7739F6}" presName="ConnectLine" presStyleLbl="dkBgShp" presStyleIdx="4" presStyleCnt="6"/>
      <dgm:spPr>
        <a:gradFill rotWithShape="0">
          <a:gsLst>
            <a:gs pos="0">
              <a:schemeClr val="accent2">
                <a:tint val="76000"/>
              </a:schemeClr>
            </a:gs>
            <a:gs pos="100000">
              <a:schemeClr val="accent2">
                <a:tint val="76000"/>
              </a:schemeClr>
            </a:gs>
          </a:gsLst>
          <a:lin ang="0" scaled="0"/>
        </a:gradFill>
        <a:ln>
          <a:noFill/>
        </a:ln>
        <a:effectLst/>
      </dgm:spPr>
    </dgm:pt>
    <dgm:pt modelId="{6808C9FA-B528-476A-A6AB-06BC74D5A74B}" type="pres">
      <dgm:prSet presAssocID="{617EA073-88E1-48A0-9D9A-18392C7739F6}" presName="ConnectorPoint" presStyleCnt="0"/>
      <dgm:spPr/>
    </dgm:pt>
    <dgm:pt modelId="{9AAC5B92-58B4-46CC-A195-6BD6A2237E38}" type="pres">
      <dgm:prSet presAssocID="{617EA073-88E1-48A0-9D9A-18392C7739F6}" presName="Bullet" presStyleLbl="node1NoLn" presStyleIdx="2" presStyleCnt="4"/>
      <dgm:spPr/>
    </dgm:pt>
    <dgm:pt modelId="{0BBE7BFB-B91F-4EB9-99E7-7A848CC42C71}" type="pres">
      <dgm:prSet presAssocID="{617EA073-88E1-48A0-9D9A-18392C7739F6}" presName="EmptyPlaceHolder" presStyleCnt="0"/>
      <dgm:spPr/>
    </dgm:pt>
    <dgm:pt modelId="{70045B08-73EE-41DD-A7E2-8A75F67EACE9}" type="pres">
      <dgm:prSet presAssocID="{F2F1C037-21A3-4913-A5EE-4542F44AD68B}" presName="spaceBetweenRectangles" presStyleCnt="0"/>
      <dgm:spPr/>
    </dgm:pt>
    <dgm:pt modelId="{9F4370E2-230F-43A6-B58D-95E7B15DECBD}" type="pres">
      <dgm:prSet presAssocID="{BC86F55D-23E4-42F3-8D46-26DD1D79C59A}" presName="composite" presStyleCnt="0"/>
      <dgm:spPr/>
    </dgm:pt>
    <dgm:pt modelId="{C078115E-7F81-441C-9CC5-D29F19500B5B}" type="pres">
      <dgm:prSet presAssocID="{BC86F55D-23E4-42F3-8D46-26DD1D79C59A}" presName="DropPinPlaceHolder" presStyleCnt="0"/>
      <dgm:spPr/>
    </dgm:pt>
    <dgm:pt modelId="{3CE65CEB-412A-47AE-9125-0CC654CFC0A5}" type="pres">
      <dgm:prSet presAssocID="{BC86F55D-23E4-42F3-8D46-26DD1D79C59A}" presName="DropPin" presStyleLbl="alignNode1" presStyleIdx="3" presStyleCnt="4"/>
      <dgm:spPr/>
    </dgm:pt>
    <dgm:pt modelId="{70B75F68-BF49-4AAB-8133-E5F328E101E7}" type="pres">
      <dgm:prSet presAssocID="{BC86F55D-23E4-42F3-8D46-26DD1D79C59A}" presName="Ellipse" presStyleLbl="fgAcc1" presStyleIdx="3" presStyleCnt="4"/>
      <dgm:spPr/>
    </dgm:pt>
    <dgm:pt modelId="{27FDB3F8-A158-4FF1-A7A2-621168FD0D29}" type="pres">
      <dgm:prSet presAssocID="{BC86F55D-23E4-42F3-8D46-26DD1D79C59A}" presName="L2TextContainer" presStyleLbl="revTx" presStyleIdx="6" presStyleCnt="8">
        <dgm:presLayoutVars>
          <dgm:bulletEnabled val="1"/>
        </dgm:presLayoutVars>
      </dgm:prSet>
      <dgm:spPr/>
    </dgm:pt>
    <dgm:pt modelId="{B05E01DD-C7B3-498A-8ED5-8EDF2C500C3E}" type="pres">
      <dgm:prSet presAssocID="{BC86F55D-23E4-42F3-8D46-26DD1D79C59A}" presName="L1TextContainer" presStyleLbl="revTx" presStyleIdx="7" presStyleCnt="8">
        <dgm:presLayoutVars>
          <dgm:chMax val="1"/>
          <dgm:chPref val="1"/>
          <dgm:bulletEnabled val="1"/>
        </dgm:presLayoutVars>
      </dgm:prSet>
      <dgm:spPr/>
    </dgm:pt>
    <dgm:pt modelId="{57ADFDAC-7E32-4BEA-B8E5-03C460952CBE}" type="pres">
      <dgm:prSet presAssocID="{BC86F55D-23E4-42F3-8D46-26DD1D79C59A}" presName="ConnectLine" presStyleLbl="dkBgShp" presStyleIdx="5" presStyleCnt="6"/>
      <dgm:spPr>
        <a:gradFill rotWithShape="0">
          <a:gsLst>
            <a:gs pos="0">
              <a:schemeClr val="accent2">
                <a:tint val="76000"/>
              </a:schemeClr>
            </a:gs>
            <a:gs pos="100000">
              <a:schemeClr val="accent2">
                <a:tint val="76000"/>
              </a:schemeClr>
            </a:gs>
          </a:gsLst>
          <a:lin ang="0" scaled="0"/>
        </a:gradFill>
        <a:ln>
          <a:noFill/>
        </a:ln>
        <a:effectLst/>
      </dgm:spPr>
    </dgm:pt>
    <dgm:pt modelId="{51FE1748-5542-4B67-84CC-05F99E935F0F}" type="pres">
      <dgm:prSet presAssocID="{BC86F55D-23E4-42F3-8D46-26DD1D79C59A}" presName="ConnectorPoint" presStyleCnt="0"/>
      <dgm:spPr/>
    </dgm:pt>
    <dgm:pt modelId="{D4798EF7-487C-443D-8F6A-7531F379BE65}" type="pres">
      <dgm:prSet presAssocID="{BC86F55D-23E4-42F3-8D46-26DD1D79C59A}" presName="Bullet" presStyleLbl="node1NoLn" presStyleIdx="3" presStyleCnt="4"/>
      <dgm:spPr/>
    </dgm:pt>
    <dgm:pt modelId="{DBB695E0-D654-4059-8F01-8BED14625613}" type="pres">
      <dgm:prSet presAssocID="{BC86F55D-23E4-42F3-8D46-26DD1D79C59A}" presName="EmptyPlaceHolder" presStyleCnt="0"/>
      <dgm:spPr/>
    </dgm:pt>
  </dgm:ptLst>
  <dgm:cxnLst>
    <dgm:cxn modelId="{5AE0F10A-5CED-4CB8-9CA8-8F41E7E6A62C}" srcId="{360B63BC-0A32-4D03-BFBF-9ADBF73626E3}" destId="{DD1CF58B-8370-410F-9DF2-97B91266524C}" srcOrd="0" destOrd="0" parTransId="{D8C3A2CD-FF65-4E1B-8125-044A797F0633}" sibTransId="{3A9C98D9-374C-4EB4-B112-6F8A65F39611}"/>
    <dgm:cxn modelId="{DFFF6B0E-DE2A-42A5-BC58-74378F824F08}" type="presOf" srcId="{360B63BC-0A32-4D03-BFBF-9ADBF73626E3}" destId="{7DA6228B-1222-4211-BF2C-B733118D77B2}" srcOrd="0" destOrd="0" presId="urn:microsoft.com/office/officeart/2024/layout/BulletTimelineInverted#1"/>
    <dgm:cxn modelId="{50DB6D18-A1B8-4E33-BBFE-45B63741E34D}" srcId="{93A73B4E-3B6A-48C1-9279-54368AD2B71B}" destId="{C29AC9C5-1A4C-44C4-9AF0-0B7CFDAB895D}" srcOrd="0" destOrd="0" parTransId="{519BB126-4BB9-4962-B57C-C5978237714E}" sibTransId="{A04E912F-A10B-437C-A872-41044ED944A1}"/>
    <dgm:cxn modelId="{C90A9521-086E-4E44-BD06-6E20CD689C03}" srcId="{1AFC8794-A259-45B4-8146-642885EDF19B}" destId="{360B63BC-0A32-4D03-BFBF-9ADBF73626E3}" srcOrd="0" destOrd="0" parTransId="{38A997FB-E436-4E9C-A829-F2F7D62FBE10}" sibTransId="{EB030134-92C9-4D50-B9E3-C9D760D09AEB}"/>
    <dgm:cxn modelId="{1E9D9636-B2C2-4986-A62A-DFBCE2640DD5}" type="presOf" srcId="{C29AC9C5-1A4C-44C4-9AF0-0B7CFDAB895D}" destId="{F0D9F67C-7F3B-4CAD-BDCF-E2304D08BE44}" srcOrd="0" destOrd="0" presId="urn:microsoft.com/office/officeart/2024/layout/BulletTimelineInverted#1"/>
    <dgm:cxn modelId="{8149D85D-7368-4E59-A4C4-E402CBA8CA18}" type="presOf" srcId="{1AFC8794-A259-45B4-8146-642885EDF19B}" destId="{24242E92-4A13-4F44-A810-54CC8CD7EA35}" srcOrd="0" destOrd="0" presId="urn:microsoft.com/office/officeart/2024/layout/BulletTimelineInverted#1"/>
    <dgm:cxn modelId="{819A8247-6E19-48AC-ABC1-316E229406BA}" type="presOf" srcId="{33AF2873-0D10-4C68-90CE-34AE1E1294E4}" destId="{27FDB3F8-A158-4FF1-A7A2-621168FD0D29}" srcOrd="0" destOrd="0" presId="urn:microsoft.com/office/officeart/2024/layout/BulletTimelineInverted#1"/>
    <dgm:cxn modelId="{AA6C0884-8986-4416-8CC0-50361DBD63DD}" type="presOf" srcId="{DD1CF58B-8370-410F-9DF2-97B91266524C}" destId="{3C3E715C-9EFC-42E5-96A8-12F6FC80A892}" srcOrd="0" destOrd="0" presId="urn:microsoft.com/office/officeart/2024/layout/BulletTimelineInverted#1"/>
    <dgm:cxn modelId="{AC5ADD85-154D-49ED-9172-C79C6ADB4B30}" type="presOf" srcId="{BC86F55D-23E4-42F3-8D46-26DD1D79C59A}" destId="{B05E01DD-C7B3-498A-8ED5-8EDF2C500C3E}" srcOrd="0" destOrd="0" presId="urn:microsoft.com/office/officeart/2024/layout/BulletTimelineInverted#1"/>
    <dgm:cxn modelId="{4BD7B898-3CE4-4F8C-A82A-AC8DE42F4A18}" type="presOf" srcId="{93A73B4E-3B6A-48C1-9279-54368AD2B71B}" destId="{F30FE75C-CFD8-4AB6-89EF-1E4B4BA73245}" srcOrd="0" destOrd="0" presId="urn:microsoft.com/office/officeart/2024/layout/BulletTimelineInverted#1"/>
    <dgm:cxn modelId="{318337A9-18CC-4A88-BBA2-1A24CCF9E2EB}" srcId="{1AFC8794-A259-45B4-8146-642885EDF19B}" destId="{93A73B4E-3B6A-48C1-9279-54368AD2B71B}" srcOrd="1" destOrd="0" parTransId="{648E9CA6-049D-45E0-8F7B-C965AE80800C}" sibTransId="{5EAA9F26-211C-4F4C-AC9C-B8E515F233B4}"/>
    <dgm:cxn modelId="{83A18DBC-565C-4908-82C6-4DCDA21123B9}" srcId="{BC86F55D-23E4-42F3-8D46-26DD1D79C59A}" destId="{33AF2873-0D10-4C68-90CE-34AE1E1294E4}" srcOrd="0" destOrd="0" parTransId="{8A94AADE-E860-488B-AC3C-101F6FECD53C}" sibTransId="{61BCF39C-F09F-4EC7-B4F4-2674B75CBECF}"/>
    <dgm:cxn modelId="{9F2D9FBF-030D-4521-9B30-A8F5FFE42AA0}" type="presOf" srcId="{617EA073-88E1-48A0-9D9A-18392C7739F6}" destId="{3D79C160-1D04-4677-AB72-02EC95DA6A0D}" srcOrd="0" destOrd="0" presId="urn:microsoft.com/office/officeart/2024/layout/BulletTimelineInverted#1"/>
    <dgm:cxn modelId="{64252BDE-781F-4032-9D97-DEA76DFE0259}" srcId="{617EA073-88E1-48A0-9D9A-18392C7739F6}" destId="{FA84F891-E98D-4C31-83CC-51D02FA2CD25}" srcOrd="0" destOrd="0" parTransId="{09A7FB8E-1D30-4DB9-BDF2-74B6AD3E5F5A}" sibTransId="{1FD1FB3A-6D09-4D6E-94FF-CBAF4B31A0AC}"/>
    <dgm:cxn modelId="{B96B77E8-F860-42F9-B81B-0ABF42ABB823}" srcId="{1AFC8794-A259-45B4-8146-642885EDF19B}" destId="{BC86F55D-23E4-42F3-8D46-26DD1D79C59A}" srcOrd="3" destOrd="0" parTransId="{CEA461E3-E463-429A-9227-113B03F64130}" sibTransId="{933560C0-4DD5-4293-BA78-E5DD67A36FF3}"/>
    <dgm:cxn modelId="{058F0DEF-8E3C-4FD4-9244-EA6195D0AF9C}" type="presOf" srcId="{FA84F891-E98D-4C31-83CC-51D02FA2CD25}" destId="{375B7825-6646-48EB-B12D-4487F593DD3C}" srcOrd="0" destOrd="0" presId="urn:microsoft.com/office/officeart/2024/layout/BulletTimelineInverted#1"/>
    <dgm:cxn modelId="{284F23F4-861C-4BAD-B4A5-46BCB2D37E43}" srcId="{1AFC8794-A259-45B4-8146-642885EDF19B}" destId="{617EA073-88E1-48A0-9D9A-18392C7739F6}" srcOrd="2" destOrd="0" parTransId="{D20A980E-7D3B-4329-9E22-2D0535D651A8}" sibTransId="{F2F1C037-21A3-4913-A5EE-4542F44AD68B}"/>
    <dgm:cxn modelId="{C972A742-7646-423F-86EE-53AEFC1A704A}" type="presParOf" srcId="{24242E92-4A13-4F44-A810-54CC8CD7EA35}" destId="{DBC5280E-3867-49C1-92A7-042A11D3836B}" srcOrd="0" destOrd="0" presId="urn:microsoft.com/office/officeart/2024/layout/BulletTimelineInverted#1"/>
    <dgm:cxn modelId="{3D75BAD1-AE29-448B-ABA9-DDA316316234}" type="presParOf" srcId="{DBC5280E-3867-49C1-92A7-042A11D3836B}" destId="{4364AA98-51F6-4088-A0DA-5C51949CD865}" srcOrd="0" destOrd="0" presId="urn:microsoft.com/office/officeart/2024/layout/BulletTimelineInverted#1"/>
    <dgm:cxn modelId="{1AF88A47-274B-4FD4-B67B-E238E18E5A7D}" type="presParOf" srcId="{DBC5280E-3867-49C1-92A7-042A11D3836B}" destId="{33BA0245-6873-4E95-B9D5-02EC5CF60958}" srcOrd="1" destOrd="0" presId="urn:microsoft.com/office/officeart/2024/layout/BulletTimelineInverted#1"/>
    <dgm:cxn modelId="{2C679A4E-C739-4F2F-B40A-2560B316F0CB}" type="presParOf" srcId="{24242E92-4A13-4F44-A810-54CC8CD7EA35}" destId="{365747B2-232D-48FE-A3A4-2874B3EDFC4F}" srcOrd="1" destOrd="0" presId="urn:microsoft.com/office/officeart/2024/layout/BulletTimelineInverted#1"/>
    <dgm:cxn modelId="{5D44A7E7-E8B9-4B97-A1A7-958C7E23C850}" type="presParOf" srcId="{365747B2-232D-48FE-A3A4-2874B3EDFC4F}" destId="{67A327C6-1FA9-470F-B4D5-40981124A78B}" srcOrd="0" destOrd="0" presId="urn:microsoft.com/office/officeart/2024/layout/BulletTimelineInverted#1"/>
    <dgm:cxn modelId="{31B48979-A9D9-4003-958C-7881CF342812}" type="presParOf" srcId="{67A327C6-1FA9-470F-B4D5-40981124A78B}" destId="{2B0E168B-BB69-401D-BEA5-BFA98D75C3DE}" srcOrd="0" destOrd="0" presId="urn:microsoft.com/office/officeart/2024/layout/BulletTimelineInverted#1"/>
    <dgm:cxn modelId="{5F08DC7A-9B8F-4DD4-8B02-6E3858A6D144}" type="presParOf" srcId="{2B0E168B-BB69-401D-BEA5-BFA98D75C3DE}" destId="{3CB54F23-8571-4826-8641-33A8C4BFE036}" srcOrd="0" destOrd="0" presId="urn:microsoft.com/office/officeart/2024/layout/BulletTimelineInverted#1"/>
    <dgm:cxn modelId="{0289554D-9CAC-4811-B952-8FCE57AE3C4A}" type="presParOf" srcId="{2B0E168B-BB69-401D-BEA5-BFA98D75C3DE}" destId="{1C0E615D-B34A-40AC-8D53-E8422BA0BE98}" srcOrd="1" destOrd="0" presId="urn:microsoft.com/office/officeart/2024/layout/BulletTimelineInverted#1"/>
    <dgm:cxn modelId="{CDF0E798-89E5-461B-A03C-0B2DBEA2F932}" type="presParOf" srcId="{67A327C6-1FA9-470F-B4D5-40981124A78B}" destId="{3C3E715C-9EFC-42E5-96A8-12F6FC80A892}" srcOrd="1" destOrd="0" presId="urn:microsoft.com/office/officeart/2024/layout/BulletTimelineInverted#1"/>
    <dgm:cxn modelId="{0FE452F0-B273-4706-9BDC-FC3B583E6C6F}" type="presParOf" srcId="{67A327C6-1FA9-470F-B4D5-40981124A78B}" destId="{7DA6228B-1222-4211-BF2C-B733118D77B2}" srcOrd="2" destOrd="0" presId="urn:microsoft.com/office/officeart/2024/layout/BulletTimelineInverted#1"/>
    <dgm:cxn modelId="{4514B059-B9DA-4F47-87F8-89CC1201A750}" type="presParOf" srcId="{67A327C6-1FA9-470F-B4D5-40981124A78B}" destId="{C8770C0D-A635-4D78-85A2-87644326DD82}" srcOrd="3" destOrd="0" presId="urn:microsoft.com/office/officeart/2024/layout/BulletTimelineInverted#1"/>
    <dgm:cxn modelId="{AA7F7F43-F84F-49CC-AA4D-B199947E1F27}" type="presParOf" srcId="{67A327C6-1FA9-470F-B4D5-40981124A78B}" destId="{0DE6A9B0-A009-43AE-B1AF-927C8671B43B}" srcOrd="4" destOrd="0" presId="urn:microsoft.com/office/officeart/2024/layout/BulletTimelineInverted#1"/>
    <dgm:cxn modelId="{581E7432-6278-40D3-93B8-55373738BB81}" type="presParOf" srcId="{0DE6A9B0-A009-43AE-B1AF-927C8671B43B}" destId="{3760242F-D965-41C3-BC2C-685064680915}" srcOrd="0" destOrd="0" presId="urn:microsoft.com/office/officeart/2024/layout/BulletTimelineInverted#1"/>
    <dgm:cxn modelId="{CAE50555-9559-4446-A8B1-A5484CB20044}" type="presParOf" srcId="{67A327C6-1FA9-470F-B4D5-40981124A78B}" destId="{C6052DCF-B0C6-498C-A63B-529817BAD5DA}" srcOrd="5" destOrd="0" presId="urn:microsoft.com/office/officeart/2024/layout/BulletTimelineInverted#1"/>
    <dgm:cxn modelId="{18CB3571-E3BD-4EDB-BD6D-3FF4E2F9DD8C}" type="presParOf" srcId="{365747B2-232D-48FE-A3A4-2874B3EDFC4F}" destId="{6908B43D-546A-4AA8-AC9C-06E126D9C17D}" srcOrd="1" destOrd="0" presId="urn:microsoft.com/office/officeart/2024/layout/BulletTimelineInverted#1"/>
    <dgm:cxn modelId="{BE05BA8F-734E-4EC2-BBE1-448605C27C0C}" type="presParOf" srcId="{365747B2-232D-48FE-A3A4-2874B3EDFC4F}" destId="{E29239FE-5E23-4586-8803-5E7F908CC468}" srcOrd="2" destOrd="0" presId="urn:microsoft.com/office/officeart/2024/layout/BulletTimelineInverted#1"/>
    <dgm:cxn modelId="{51775F4B-D7FA-4CCF-A258-525D9562823F}" type="presParOf" srcId="{E29239FE-5E23-4586-8803-5E7F908CC468}" destId="{E93D5872-A762-4E11-B71E-0B8A9D8E83D5}" srcOrd="0" destOrd="0" presId="urn:microsoft.com/office/officeart/2024/layout/BulletTimelineInverted#1"/>
    <dgm:cxn modelId="{32DB79DC-7488-4E38-9C79-F1EB77469185}" type="presParOf" srcId="{E93D5872-A762-4E11-B71E-0B8A9D8E83D5}" destId="{C90B86AF-8738-4DE7-9DED-5E8B4DAE03ED}" srcOrd="0" destOrd="0" presId="urn:microsoft.com/office/officeart/2024/layout/BulletTimelineInverted#1"/>
    <dgm:cxn modelId="{619C1CC6-5F30-4EC9-A4F3-0E883CB1E0F5}" type="presParOf" srcId="{E93D5872-A762-4E11-B71E-0B8A9D8E83D5}" destId="{7E46D289-2C26-461D-9C97-C8336B262E41}" srcOrd="1" destOrd="0" presId="urn:microsoft.com/office/officeart/2024/layout/BulletTimelineInverted#1"/>
    <dgm:cxn modelId="{C30615F2-4A64-4558-9C67-45887B45D825}" type="presParOf" srcId="{E29239FE-5E23-4586-8803-5E7F908CC468}" destId="{F0D9F67C-7F3B-4CAD-BDCF-E2304D08BE44}" srcOrd="1" destOrd="0" presId="urn:microsoft.com/office/officeart/2024/layout/BulletTimelineInverted#1"/>
    <dgm:cxn modelId="{03903728-255E-443B-94C2-0762600ACC7F}" type="presParOf" srcId="{E29239FE-5E23-4586-8803-5E7F908CC468}" destId="{F30FE75C-CFD8-4AB6-89EF-1E4B4BA73245}" srcOrd="2" destOrd="0" presId="urn:microsoft.com/office/officeart/2024/layout/BulletTimelineInverted#1"/>
    <dgm:cxn modelId="{E12D1351-B451-494A-A58A-DD893766F2EF}" type="presParOf" srcId="{E29239FE-5E23-4586-8803-5E7F908CC468}" destId="{A6D96113-6C05-420F-9460-FD9895A71511}" srcOrd="3" destOrd="0" presId="urn:microsoft.com/office/officeart/2024/layout/BulletTimelineInverted#1"/>
    <dgm:cxn modelId="{ACA7A8C2-B0AA-4306-B784-315920C7EE70}" type="presParOf" srcId="{E29239FE-5E23-4586-8803-5E7F908CC468}" destId="{5CAE816D-0B8F-4198-9CEC-75A905D0B582}" srcOrd="4" destOrd="0" presId="urn:microsoft.com/office/officeart/2024/layout/BulletTimelineInverted#1"/>
    <dgm:cxn modelId="{62881AD3-0BA9-439D-B244-32E1029ECA9E}" type="presParOf" srcId="{5CAE816D-0B8F-4198-9CEC-75A905D0B582}" destId="{38B8EB10-CA9E-4D42-8141-AC5FE89AD413}" srcOrd="0" destOrd="0" presId="urn:microsoft.com/office/officeart/2024/layout/BulletTimelineInverted#1"/>
    <dgm:cxn modelId="{2148146A-BC28-4616-BF8C-B6359C8FD2AF}" type="presParOf" srcId="{E29239FE-5E23-4586-8803-5E7F908CC468}" destId="{2FA41187-2895-48FD-A0B5-09F78D3F93C7}" srcOrd="5" destOrd="0" presId="urn:microsoft.com/office/officeart/2024/layout/BulletTimelineInverted#1"/>
    <dgm:cxn modelId="{E1CA5DBC-C959-4B38-8B37-960E228313E0}" type="presParOf" srcId="{365747B2-232D-48FE-A3A4-2874B3EDFC4F}" destId="{8E10D15F-16D7-42B3-AE66-D5B4FA03DA34}" srcOrd="3" destOrd="0" presId="urn:microsoft.com/office/officeart/2024/layout/BulletTimelineInverted#1"/>
    <dgm:cxn modelId="{78B7CFED-A80C-47C5-B87B-DBD17A52A334}" type="presParOf" srcId="{365747B2-232D-48FE-A3A4-2874B3EDFC4F}" destId="{D7615640-AF3F-41ED-A99E-63886D29F635}" srcOrd="4" destOrd="0" presId="urn:microsoft.com/office/officeart/2024/layout/BulletTimelineInverted#1"/>
    <dgm:cxn modelId="{2D76A4CC-6540-4B55-B4E9-D6CD2DA83537}" type="presParOf" srcId="{D7615640-AF3F-41ED-A99E-63886D29F635}" destId="{64C6BAD2-889F-4CCB-A7BA-10C62E408F15}" srcOrd="0" destOrd="0" presId="urn:microsoft.com/office/officeart/2024/layout/BulletTimelineInverted#1"/>
    <dgm:cxn modelId="{4CAB70CF-DCC1-4F90-9F0C-08A506BBE484}" type="presParOf" srcId="{64C6BAD2-889F-4CCB-A7BA-10C62E408F15}" destId="{192D2ED5-81D0-4C98-B1CF-286307A5D763}" srcOrd="0" destOrd="0" presId="urn:microsoft.com/office/officeart/2024/layout/BulletTimelineInverted#1"/>
    <dgm:cxn modelId="{4C2747BC-2AE4-4098-82F8-0ABED9F5DC4B}" type="presParOf" srcId="{64C6BAD2-889F-4CCB-A7BA-10C62E408F15}" destId="{75CC1B5F-A2DF-4541-8DD9-B11FBDF5A253}" srcOrd="1" destOrd="0" presId="urn:microsoft.com/office/officeart/2024/layout/BulletTimelineInverted#1"/>
    <dgm:cxn modelId="{9CD0B5AF-B244-4141-B15D-E8C5CCF031F5}" type="presParOf" srcId="{D7615640-AF3F-41ED-A99E-63886D29F635}" destId="{375B7825-6646-48EB-B12D-4487F593DD3C}" srcOrd="1" destOrd="0" presId="urn:microsoft.com/office/officeart/2024/layout/BulletTimelineInverted#1"/>
    <dgm:cxn modelId="{22530C65-E090-456C-BDA2-D2D65ABDDF7C}" type="presParOf" srcId="{D7615640-AF3F-41ED-A99E-63886D29F635}" destId="{3D79C160-1D04-4677-AB72-02EC95DA6A0D}" srcOrd="2" destOrd="0" presId="urn:microsoft.com/office/officeart/2024/layout/BulletTimelineInverted#1"/>
    <dgm:cxn modelId="{F74A9C4D-4C72-4838-9091-183F3B8AE512}" type="presParOf" srcId="{D7615640-AF3F-41ED-A99E-63886D29F635}" destId="{7ED0576A-A4DE-4076-8D19-886FC96A2D4E}" srcOrd="3" destOrd="0" presId="urn:microsoft.com/office/officeart/2024/layout/BulletTimelineInverted#1"/>
    <dgm:cxn modelId="{6E04E8E4-3753-4129-878A-38D5A8B81785}" type="presParOf" srcId="{D7615640-AF3F-41ED-A99E-63886D29F635}" destId="{6808C9FA-B528-476A-A6AB-06BC74D5A74B}" srcOrd="4" destOrd="0" presId="urn:microsoft.com/office/officeart/2024/layout/BulletTimelineInverted#1"/>
    <dgm:cxn modelId="{C36E4D52-5B27-41C7-858E-204991D8AB88}" type="presParOf" srcId="{6808C9FA-B528-476A-A6AB-06BC74D5A74B}" destId="{9AAC5B92-58B4-46CC-A195-6BD6A2237E38}" srcOrd="0" destOrd="0" presId="urn:microsoft.com/office/officeart/2024/layout/BulletTimelineInverted#1"/>
    <dgm:cxn modelId="{61618A35-3728-4185-9E80-0A376B534BC2}" type="presParOf" srcId="{D7615640-AF3F-41ED-A99E-63886D29F635}" destId="{0BBE7BFB-B91F-4EB9-99E7-7A848CC42C71}" srcOrd="5" destOrd="0" presId="urn:microsoft.com/office/officeart/2024/layout/BulletTimelineInverted#1"/>
    <dgm:cxn modelId="{12517964-B0BE-4914-84A3-BB91D32C2A10}" type="presParOf" srcId="{365747B2-232D-48FE-A3A4-2874B3EDFC4F}" destId="{70045B08-73EE-41DD-A7E2-8A75F67EACE9}" srcOrd="5" destOrd="0" presId="urn:microsoft.com/office/officeart/2024/layout/BulletTimelineInverted#1"/>
    <dgm:cxn modelId="{ADCC20A1-0745-4C5F-946E-EF02B69BCA93}" type="presParOf" srcId="{365747B2-232D-48FE-A3A4-2874B3EDFC4F}" destId="{9F4370E2-230F-43A6-B58D-95E7B15DECBD}" srcOrd="6" destOrd="0" presId="urn:microsoft.com/office/officeart/2024/layout/BulletTimelineInverted#1"/>
    <dgm:cxn modelId="{9AF63F88-5E23-440B-87E6-D9048E0B785B}" type="presParOf" srcId="{9F4370E2-230F-43A6-B58D-95E7B15DECBD}" destId="{C078115E-7F81-441C-9CC5-D29F19500B5B}" srcOrd="0" destOrd="0" presId="urn:microsoft.com/office/officeart/2024/layout/BulletTimelineInverted#1"/>
    <dgm:cxn modelId="{4213E97E-9A2D-4695-9640-4DD6E1A8C13B}" type="presParOf" srcId="{C078115E-7F81-441C-9CC5-D29F19500B5B}" destId="{3CE65CEB-412A-47AE-9125-0CC654CFC0A5}" srcOrd="0" destOrd="0" presId="urn:microsoft.com/office/officeart/2024/layout/BulletTimelineInverted#1"/>
    <dgm:cxn modelId="{D168B62B-29AB-45B3-9025-7367945ABCB4}" type="presParOf" srcId="{C078115E-7F81-441C-9CC5-D29F19500B5B}" destId="{70B75F68-BF49-4AAB-8133-E5F328E101E7}" srcOrd="1" destOrd="0" presId="urn:microsoft.com/office/officeart/2024/layout/BulletTimelineInverted#1"/>
    <dgm:cxn modelId="{6569D6BB-58CB-48DE-A593-53392D4FF717}" type="presParOf" srcId="{9F4370E2-230F-43A6-B58D-95E7B15DECBD}" destId="{27FDB3F8-A158-4FF1-A7A2-621168FD0D29}" srcOrd="1" destOrd="0" presId="urn:microsoft.com/office/officeart/2024/layout/BulletTimelineInverted#1"/>
    <dgm:cxn modelId="{1EFB5D32-EFB6-462C-A654-8A0F7836A58D}" type="presParOf" srcId="{9F4370E2-230F-43A6-B58D-95E7B15DECBD}" destId="{B05E01DD-C7B3-498A-8ED5-8EDF2C500C3E}" srcOrd="2" destOrd="0" presId="urn:microsoft.com/office/officeart/2024/layout/BulletTimelineInverted#1"/>
    <dgm:cxn modelId="{61F62DB9-A67D-4B49-A13D-FC820DE50338}" type="presParOf" srcId="{9F4370E2-230F-43A6-B58D-95E7B15DECBD}" destId="{57ADFDAC-7E32-4BEA-B8E5-03C460952CBE}" srcOrd="3" destOrd="0" presId="urn:microsoft.com/office/officeart/2024/layout/BulletTimelineInverted#1"/>
    <dgm:cxn modelId="{A7866967-BC95-4D45-83BC-B5AAB435CFC8}" type="presParOf" srcId="{9F4370E2-230F-43A6-B58D-95E7B15DECBD}" destId="{51FE1748-5542-4B67-84CC-05F99E935F0F}" srcOrd="4" destOrd="0" presId="urn:microsoft.com/office/officeart/2024/layout/BulletTimelineInverted#1"/>
    <dgm:cxn modelId="{6F17BEB1-11AE-4E52-912B-47C48E543D05}" type="presParOf" srcId="{51FE1748-5542-4B67-84CC-05F99E935F0F}" destId="{D4798EF7-487C-443D-8F6A-7531F379BE65}" srcOrd="0" destOrd="0" presId="urn:microsoft.com/office/officeart/2024/layout/BulletTimelineInverted#1"/>
    <dgm:cxn modelId="{9CF7EE7A-AFD8-4C3D-823D-35A577F1F333}" type="presParOf" srcId="{9F4370E2-230F-43A6-B58D-95E7B15DECBD}" destId="{DBB695E0-D654-4059-8F01-8BED14625613}" srcOrd="5" destOrd="0" presId="urn:microsoft.com/office/officeart/2024/layout/BulletTimelineInverte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64AA98-51F6-4088-A0DA-5C51949CD865}">
      <dsp:nvSpPr>
        <dsp:cNvPr id="0" name=""/>
        <dsp:cNvSpPr/>
      </dsp:nvSpPr>
      <dsp:spPr>
        <a:xfrm>
          <a:off x="0" y="1708973"/>
          <a:ext cx="7315094" cy="34524"/>
        </a:xfrm>
        <a:prstGeom prst="rect">
          <a:avLst/>
        </a:prstGeom>
        <a:solidFill>
          <a:schemeClr val="accent2">
            <a:lumMod val="75000"/>
          </a:schemeClr>
        </a:solidFill>
        <a:ln>
          <a:noFill/>
        </a:ln>
        <a:effectLst/>
      </dsp:spPr>
      <dsp:style>
        <a:lnRef idx="0">
          <a:scrgbClr r="0" g="0" b="0"/>
        </a:lnRef>
        <a:fillRef idx="1">
          <a:scrgbClr r="0" g="0" b="0"/>
        </a:fillRef>
        <a:effectRef idx="0">
          <a:scrgbClr r="0" g="0" b="0"/>
        </a:effectRef>
        <a:fontRef idx="minor"/>
      </dsp:style>
    </dsp:sp>
    <dsp:sp modelId="{33BA0245-6873-4E95-B9D5-02EC5CF60958}">
      <dsp:nvSpPr>
        <dsp:cNvPr id="0" name=""/>
        <dsp:cNvSpPr/>
      </dsp:nvSpPr>
      <dsp:spPr>
        <a:xfrm>
          <a:off x="7137323" y="1588137"/>
          <a:ext cx="207148" cy="276197"/>
        </a:xfrm>
        <a:prstGeom prst="chevron">
          <a:avLst>
            <a:gd name="adj" fmla="val 75000"/>
          </a:avLst>
        </a:prstGeom>
        <a:gradFill rotWithShape="0">
          <a:gsLst>
            <a:gs pos="0">
              <a:schemeClr val="accent2">
                <a:tint val="76000"/>
              </a:schemeClr>
            </a:gs>
            <a:gs pos="100000">
              <a:schemeClr val="accent2">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3C3E715C-9EFC-42E5-96A8-12F6FC80A892}">
      <dsp:nvSpPr>
        <dsp:cNvPr id="0" name=""/>
        <dsp:cNvSpPr/>
      </dsp:nvSpPr>
      <dsp:spPr>
        <a:xfrm>
          <a:off x="442812" y="868012"/>
          <a:ext cx="2437769" cy="761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b="1" kern="1200">
              <a:latin typeface="Century Gothic"/>
              <a:ea typeface="Calibri"/>
              <a:cs typeface="Calibri"/>
            </a:rPr>
            <a:t>Start The Case</a:t>
          </a:r>
          <a:endParaRPr lang="en-US" sz="1500" b="1" kern="1200">
            <a:latin typeface="Century Gothic"/>
          </a:endParaRPr>
        </a:p>
      </dsp:txBody>
      <dsp:txXfrm>
        <a:off x="442812" y="868012"/>
        <a:ext cx="2437769" cy="761115"/>
      </dsp:txXfrm>
    </dsp:sp>
    <dsp:sp modelId="{7DA6228B-1222-4211-BF2C-B733118D77B2}">
      <dsp:nvSpPr>
        <dsp:cNvPr id="0" name=""/>
        <dsp:cNvSpPr/>
      </dsp:nvSpPr>
      <dsp:spPr>
        <a:xfrm>
          <a:off x="442812" y="474331"/>
          <a:ext cx="2437769" cy="39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US" sz="1800" b="1" kern="1200">
              <a:latin typeface="Century Gothic"/>
            </a:rPr>
            <a:t>1</a:t>
          </a:r>
          <a:endParaRPr lang="en-US" sz="1800" b="1" kern="1200">
            <a:latin typeface="Century Gothic"/>
            <a:ea typeface="Calibri"/>
            <a:cs typeface="Calibri"/>
          </a:endParaRPr>
        </a:p>
      </dsp:txBody>
      <dsp:txXfrm>
        <a:off x="442812" y="474331"/>
        <a:ext cx="2437769" cy="393680"/>
      </dsp:txXfrm>
    </dsp:sp>
    <dsp:sp modelId="{C8770C0D-A635-4D78-85A2-87644326DD82}">
      <dsp:nvSpPr>
        <dsp:cNvPr id="0" name=""/>
        <dsp:cNvSpPr/>
      </dsp:nvSpPr>
      <dsp:spPr>
        <a:xfrm>
          <a:off x="208044" y="448086"/>
          <a:ext cx="27619" cy="1286023"/>
        </a:xfrm>
        <a:prstGeom prst="rect">
          <a:avLst/>
        </a:prstGeom>
        <a:gradFill rotWithShape="0">
          <a:gsLst>
            <a:gs pos="0">
              <a:schemeClr val="accent2">
                <a:tint val="76000"/>
              </a:schemeClr>
            </a:gs>
            <a:gs pos="100000">
              <a:schemeClr val="accent2">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F0D9F67C-7F3B-4CAD-BDCF-E2304D08BE44}">
      <dsp:nvSpPr>
        <dsp:cNvPr id="0" name=""/>
        <dsp:cNvSpPr/>
      </dsp:nvSpPr>
      <dsp:spPr>
        <a:xfrm>
          <a:off x="1911348" y="2377696"/>
          <a:ext cx="2437769" cy="632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b="1" kern="1200">
              <a:latin typeface="Century Gothic"/>
            </a:rPr>
            <a:t>Investigate The Case</a:t>
          </a:r>
        </a:p>
      </dsp:txBody>
      <dsp:txXfrm>
        <a:off x="1911348" y="2377696"/>
        <a:ext cx="2437769" cy="632616"/>
      </dsp:txXfrm>
    </dsp:sp>
    <dsp:sp modelId="{F30FE75C-CFD8-4AB6-89EF-1E4B4BA73245}">
      <dsp:nvSpPr>
        <dsp:cNvPr id="0" name=""/>
        <dsp:cNvSpPr/>
      </dsp:nvSpPr>
      <dsp:spPr>
        <a:xfrm>
          <a:off x="1911348" y="1960438"/>
          <a:ext cx="2437769" cy="41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US" sz="1800" kern="1200">
              <a:latin typeface="Century Gothic"/>
            </a:rPr>
            <a:t>2</a:t>
          </a:r>
        </a:p>
      </dsp:txBody>
      <dsp:txXfrm>
        <a:off x="1911348" y="1960438"/>
        <a:ext cx="2437769" cy="417257"/>
      </dsp:txXfrm>
    </dsp:sp>
    <dsp:sp modelId="{A6D96113-6C05-420F-9460-FD9895A71511}">
      <dsp:nvSpPr>
        <dsp:cNvPr id="0" name=""/>
        <dsp:cNvSpPr/>
      </dsp:nvSpPr>
      <dsp:spPr>
        <a:xfrm>
          <a:off x="1676580" y="1718160"/>
          <a:ext cx="27619" cy="1319073"/>
        </a:xfrm>
        <a:prstGeom prst="rect">
          <a:avLst/>
        </a:prstGeom>
        <a:gradFill rotWithShape="0">
          <a:gsLst>
            <a:gs pos="0">
              <a:schemeClr val="accent2">
                <a:tint val="76000"/>
              </a:schemeClr>
            </a:gs>
            <a:gs pos="100000">
              <a:schemeClr val="accent2">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3760242F-D965-41C3-BC2C-685064680915}">
      <dsp:nvSpPr>
        <dsp:cNvPr id="0" name=""/>
        <dsp:cNvSpPr/>
      </dsp:nvSpPr>
      <dsp:spPr>
        <a:xfrm>
          <a:off x="150043" y="379848"/>
          <a:ext cx="143622" cy="136475"/>
        </a:xfrm>
        <a:prstGeom prst="ellipse">
          <a:avLst/>
        </a:prstGeom>
        <a:solidFill>
          <a:schemeClr val="accent2">
            <a:hueOff val="0"/>
            <a:satOff val="0"/>
            <a:lumOff val="0"/>
            <a:alphaOff val="0"/>
          </a:schemeClr>
        </a:solid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B8EB10-CA9E-4D42-8141-AC5FE89AD413}">
      <dsp:nvSpPr>
        <dsp:cNvPr id="0" name=""/>
        <dsp:cNvSpPr/>
      </dsp:nvSpPr>
      <dsp:spPr>
        <a:xfrm>
          <a:off x="1618579" y="2967241"/>
          <a:ext cx="143622" cy="139983"/>
        </a:xfrm>
        <a:prstGeom prst="ellipse">
          <a:avLst/>
        </a:prstGeom>
        <a:solidFill>
          <a:schemeClr val="accent2">
            <a:hueOff val="-5485719"/>
            <a:satOff val="110"/>
            <a:lumOff val="-8823"/>
            <a:alphaOff val="0"/>
          </a:schemeClr>
        </a:solid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5B7825-6646-48EB-B12D-4487F593DD3C}">
      <dsp:nvSpPr>
        <dsp:cNvPr id="0" name=""/>
        <dsp:cNvSpPr/>
      </dsp:nvSpPr>
      <dsp:spPr>
        <a:xfrm>
          <a:off x="3379884" y="868012"/>
          <a:ext cx="2437769" cy="761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b="1" kern="1200">
              <a:latin typeface="Century Gothic"/>
            </a:rPr>
            <a:t>Verify The Facts</a:t>
          </a:r>
        </a:p>
      </dsp:txBody>
      <dsp:txXfrm>
        <a:off x="3379884" y="868012"/>
        <a:ext cx="2437769" cy="761115"/>
      </dsp:txXfrm>
    </dsp:sp>
    <dsp:sp modelId="{3D79C160-1D04-4677-AB72-02EC95DA6A0D}">
      <dsp:nvSpPr>
        <dsp:cNvPr id="0" name=""/>
        <dsp:cNvSpPr/>
      </dsp:nvSpPr>
      <dsp:spPr>
        <a:xfrm>
          <a:off x="3379884" y="474331"/>
          <a:ext cx="2437769" cy="39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US" sz="1800" kern="1200">
              <a:latin typeface="Century Gothic"/>
            </a:rPr>
            <a:t>3</a:t>
          </a:r>
        </a:p>
      </dsp:txBody>
      <dsp:txXfrm>
        <a:off x="3379884" y="474331"/>
        <a:ext cx="2437769" cy="393680"/>
      </dsp:txXfrm>
    </dsp:sp>
    <dsp:sp modelId="{7ED0576A-A4DE-4076-8D19-886FC96A2D4E}">
      <dsp:nvSpPr>
        <dsp:cNvPr id="0" name=""/>
        <dsp:cNvSpPr/>
      </dsp:nvSpPr>
      <dsp:spPr>
        <a:xfrm>
          <a:off x="3145116" y="448086"/>
          <a:ext cx="27619" cy="1286023"/>
        </a:xfrm>
        <a:prstGeom prst="rect">
          <a:avLst/>
        </a:prstGeom>
        <a:gradFill rotWithShape="0">
          <a:gsLst>
            <a:gs pos="0">
              <a:schemeClr val="accent2">
                <a:tint val="76000"/>
              </a:schemeClr>
            </a:gs>
            <a:gs pos="100000">
              <a:schemeClr val="accent2">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27FDB3F8-A158-4FF1-A7A2-621168FD0D29}">
      <dsp:nvSpPr>
        <dsp:cNvPr id="0" name=""/>
        <dsp:cNvSpPr/>
      </dsp:nvSpPr>
      <dsp:spPr>
        <a:xfrm>
          <a:off x="4848420" y="2377696"/>
          <a:ext cx="2437769" cy="632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b="1" kern="1200">
              <a:latin typeface="Century Gothic"/>
            </a:rPr>
            <a:t>Prepare The Conclusion</a:t>
          </a:r>
        </a:p>
      </dsp:txBody>
      <dsp:txXfrm>
        <a:off x="4848420" y="2377696"/>
        <a:ext cx="2437769" cy="632616"/>
      </dsp:txXfrm>
    </dsp:sp>
    <dsp:sp modelId="{B05E01DD-C7B3-498A-8ED5-8EDF2C500C3E}">
      <dsp:nvSpPr>
        <dsp:cNvPr id="0" name=""/>
        <dsp:cNvSpPr/>
      </dsp:nvSpPr>
      <dsp:spPr>
        <a:xfrm>
          <a:off x="4848420" y="1960438"/>
          <a:ext cx="2437769" cy="41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US" sz="1800" b="1" kern="1200">
              <a:latin typeface="Century Gothic"/>
            </a:rPr>
            <a:t>4</a:t>
          </a:r>
        </a:p>
      </dsp:txBody>
      <dsp:txXfrm>
        <a:off x="4848420" y="1960438"/>
        <a:ext cx="2437769" cy="417257"/>
      </dsp:txXfrm>
    </dsp:sp>
    <dsp:sp modelId="{57ADFDAC-7E32-4BEA-B8E5-03C460952CBE}">
      <dsp:nvSpPr>
        <dsp:cNvPr id="0" name=""/>
        <dsp:cNvSpPr/>
      </dsp:nvSpPr>
      <dsp:spPr>
        <a:xfrm>
          <a:off x="4613652" y="1718160"/>
          <a:ext cx="27619" cy="1319073"/>
        </a:xfrm>
        <a:prstGeom prst="rect">
          <a:avLst/>
        </a:prstGeom>
        <a:gradFill rotWithShape="0">
          <a:gsLst>
            <a:gs pos="0">
              <a:schemeClr val="accent2">
                <a:tint val="76000"/>
              </a:schemeClr>
            </a:gs>
            <a:gs pos="100000">
              <a:schemeClr val="accent2">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9AAC5B92-58B4-46CC-A195-6BD6A2237E38}">
      <dsp:nvSpPr>
        <dsp:cNvPr id="0" name=""/>
        <dsp:cNvSpPr/>
      </dsp:nvSpPr>
      <dsp:spPr>
        <a:xfrm>
          <a:off x="3087114" y="379848"/>
          <a:ext cx="143622" cy="136475"/>
        </a:xfrm>
        <a:prstGeom prst="ellipse">
          <a:avLst/>
        </a:prstGeom>
        <a:solidFill>
          <a:schemeClr val="accent2">
            <a:hueOff val="-10971437"/>
            <a:satOff val="221"/>
            <a:lumOff val="-17647"/>
            <a:alphaOff val="0"/>
          </a:schemeClr>
        </a:solid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798EF7-487C-443D-8F6A-7531F379BE65}">
      <dsp:nvSpPr>
        <dsp:cNvPr id="0" name=""/>
        <dsp:cNvSpPr/>
      </dsp:nvSpPr>
      <dsp:spPr>
        <a:xfrm>
          <a:off x="4555650" y="2967241"/>
          <a:ext cx="143622" cy="139983"/>
        </a:xfrm>
        <a:prstGeom prst="ellipse">
          <a:avLst/>
        </a:prstGeom>
        <a:solidFill>
          <a:schemeClr val="accent2">
            <a:hueOff val="-16457155"/>
            <a:satOff val="331"/>
            <a:lumOff val="-26470"/>
            <a:alphaOff val="0"/>
          </a:schemeClr>
        </a:solid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24/layout/BulletTimelineInverted#1">
  <dgm:title val=""/>
  <dgm:desc val=""/>
  <dgm:catLst>
    <dgm:cat type="process" pri="7451"/>
    <dgm:cat type="timeline" pri="101"/>
  </dgm:catLst>
  <dgm:sampData>
    <dgm:dataModel>
      <dgm:ptLst>
        <dgm:pt modelId="0" type="doc"/>
        <dgm:pt modelId="10">
          <dgm:prSet phldrT="Add an event" phldr="1"/>
        </dgm:pt>
        <dgm:pt modelId="11">
          <dgm:prSet phldrT="Write a description of the significance of this event" phldr="1"/>
        </dgm:pt>
        <dgm:pt modelId="20">
          <dgm:prSet phldrT="Add an event" phldr="1"/>
        </dgm:pt>
        <dgm:pt modelId="21">
          <dgm:prSet phldrT="Write a description of the significance of this event" phldr="1"/>
        </dgm:pt>
        <dgm:pt modelId="30">
          <dgm:prSet phldrT="Add an event" phldr="1"/>
        </dgm:pt>
        <dgm:pt modelId="31">
          <dgm:prSet phldrT="Write a description of the significance of this event" phldr="1"/>
        </dgm:pt>
        <dgm:pt modelId="40">
          <dgm:prSet phldrT="Add an event" phldr="1"/>
        </dgm:pt>
        <dgm:pt modelId="41">
          <dgm:prSet phldrT="Write a description of the significance of this event" phldr="1"/>
        </dgm:pt>
        <dgm:pt modelId="50">
          <dgm:prSet phldrT="Add an event" phldr="1"/>
        </dgm:pt>
        <dgm:pt modelId="51">
          <dgm:prSet phldrT="Write a description of the significance of this event" phldr="1"/>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t" refFor="ch" refForName="DropPinPlaceHolder1"/>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49"/>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b" refFor="ch" refForName="DropPinPlaceHolder1"/>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1"/>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49"/>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t"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1"/>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b"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node1NoLn">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t" refFor="ch" refForName="DropPinPlaceHolder"/>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49"/>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b" refFor="ch" refForName="DropPinPlaceHolder"/>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1"/>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49"/>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t"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1"/>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b"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node1NoLn">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9712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582347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 &lt;File&gt;GCC plus migration_BQ Comms Deck_Vendor v1.1.pdf&lt;/File&gt;, pages 4, 6 and 10; &lt;File&gt;Qualification - 20260702-SF008518 - CPIB - CPIB GEN AI ROADMAP - BQ.pptx&lt;/File&gt;, slide 9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6568817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0.jpeg"/><Relationship Id="rId1" Type="http://schemas.openxmlformats.org/officeDocument/2006/relationships/slideMaster" Target="../slideMasters/slideMaster1.xml"/><Relationship Id="rId5" Type="http://schemas.openxmlformats.org/officeDocument/2006/relationships/image" Target="../media/image21.png"/><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Cover Page">
    <p:spTree>
      <p:nvGrpSpPr>
        <p:cNvPr id="1" name="Shape 12"/>
        <p:cNvGrpSpPr/>
        <p:nvPr/>
      </p:nvGrpSpPr>
      <p:grpSpPr>
        <a:xfrm>
          <a:off x="0" y="0"/>
          <a:ext cx="0" cy="0"/>
          <a:chOff x="0" y="0"/>
          <a:chExt cx="0" cy="0"/>
        </a:xfrm>
      </p:grpSpPr>
      <p:sp>
        <p:nvSpPr>
          <p:cNvPr id="11" name="Google Shape;65;p56">
            <a:extLst>
              <a:ext uri="{FF2B5EF4-FFF2-40B4-BE49-F238E27FC236}">
                <a16:creationId xmlns:a16="http://schemas.microsoft.com/office/drawing/2014/main" id="{68D7C8C7-AE36-4AE8-9717-5B1E691A8406}"/>
              </a:ext>
            </a:extLst>
          </p:cNvPr>
          <p:cNvSpPr txBox="1">
            <a:spLocks noGrp="1"/>
          </p:cNvSpPr>
          <p:nvPr>
            <p:ph type="sldNum" idx="12"/>
          </p:nvPr>
        </p:nvSpPr>
        <p:spPr>
          <a:xfrm>
            <a:off x="8505348" y="459344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900" b="0" i="0" u="none" strike="noStrike" cap="none">
                <a:solidFill>
                  <a:schemeClr val="bg2"/>
                </a:solidFill>
                <a:latin typeface="Century Gothic" panose="020B0502020202020204" pitchFamily="34" charset="0"/>
                <a:ea typeface="Century Gothic" panose="020B0502020202020204" pitchFamily="34" charset="0"/>
                <a:cs typeface="Century Gothic" panose="020B0502020202020204" pitchFamily="34" charset="0"/>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fld id="{93DB7E74-C4BF-421C-B40C-121327DBB773}" type="slidenum">
              <a:rPr lang="en" smtClean="0"/>
              <a:pPr/>
              <a:t>‹#›</a:t>
            </a:fld>
            <a:endParaRPr lang="en"/>
          </a:p>
        </p:txBody>
      </p:sp>
      <p:pic>
        <p:nvPicPr>
          <p:cNvPr id="4" name="Picture 3">
            <a:extLst>
              <a:ext uri="{FF2B5EF4-FFF2-40B4-BE49-F238E27FC236}">
                <a16:creationId xmlns:a16="http://schemas.microsoft.com/office/drawing/2014/main" id="{4F6E70F6-52F4-4ABA-A5DF-090F4A06E95E}"/>
              </a:ext>
            </a:extLst>
          </p:cNvPr>
          <p:cNvPicPr>
            <a:picLocks noChangeAspect="1"/>
          </p:cNvPicPr>
          <p:nvPr userDrawn="1"/>
        </p:nvPicPr>
        <p:blipFill>
          <a:blip r:embed="rId2"/>
          <a:stretch>
            <a:fillRect/>
          </a:stretch>
        </p:blipFill>
        <p:spPr>
          <a:xfrm>
            <a:off x="2437" y="0"/>
            <a:ext cx="9139126" cy="5143500"/>
          </a:xfrm>
          <a:prstGeom prst="rect">
            <a:avLst/>
          </a:prstGeom>
        </p:spPr>
      </p:pic>
      <p:pic>
        <p:nvPicPr>
          <p:cNvPr id="13" name="Google Shape;13;p43"/>
          <p:cNvPicPr preferRelativeResize="0"/>
          <p:nvPr userDrawn="1"/>
        </p:nvPicPr>
        <p:blipFill rotWithShape="1">
          <a:blip r:embed="rId3">
            <a:alphaModFix amt="80000"/>
          </a:blip>
          <a:srcRect/>
          <a:stretch/>
        </p:blipFill>
        <p:spPr>
          <a:xfrm>
            <a:off x="-4078" y="-43545"/>
            <a:ext cx="9221827" cy="5187275"/>
          </a:xfrm>
          <a:prstGeom prst="rect">
            <a:avLst/>
          </a:prstGeom>
          <a:noFill/>
          <a:ln>
            <a:noFill/>
          </a:ln>
        </p:spPr>
      </p:pic>
      <p:sp>
        <p:nvSpPr>
          <p:cNvPr id="14" name="Google Shape;14;p43"/>
          <p:cNvSpPr txBox="1">
            <a:spLocks noGrp="1"/>
          </p:cNvSpPr>
          <p:nvPr>
            <p:ph type="ctrTitle"/>
          </p:nvPr>
        </p:nvSpPr>
        <p:spPr>
          <a:xfrm>
            <a:off x="477228" y="1973623"/>
            <a:ext cx="7688100" cy="730500"/>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Clr>
                <a:schemeClr val="lt1"/>
              </a:buClr>
              <a:buSzPts val="3100"/>
              <a:buNone/>
              <a:defRPr sz="3100">
                <a:solidFill>
                  <a:schemeClr val="lt1"/>
                </a:solidFill>
              </a:defRPr>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15" name="Google Shape;15;p43"/>
          <p:cNvSpPr txBox="1">
            <a:spLocks noGrp="1"/>
          </p:cNvSpPr>
          <p:nvPr>
            <p:ph type="subTitle" idx="1"/>
          </p:nvPr>
        </p:nvSpPr>
        <p:spPr>
          <a:xfrm>
            <a:off x="477228" y="2706206"/>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a:endParaRPr/>
          </a:p>
        </p:txBody>
      </p:sp>
      <p:pic>
        <p:nvPicPr>
          <p:cNvPr id="17" name="Google Shape;17;p43"/>
          <p:cNvPicPr preferRelativeResize="0"/>
          <p:nvPr/>
        </p:nvPicPr>
        <p:blipFill rotWithShape="1">
          <a:blip r:embed="rId4">
            <a:alphaModFix/>
          </a:blip>
          <a:srcRect/>
          <a:stretch/>
        </p:blipFill>
        <p:spPr>
          <a:xfrm>
            <a:off x="7940544" y="231030"/>
            <a:ext cx="958349" cy="576999"/>
          </a:xfrm>
          <a:prstGeom prst="rect">
            <a:avLst/>
          </a:prstGeom>
          <a:noFill/>
          <a:ln>
            <a:noFill/>
          </a:ln>
        </p:spPr>
      </p:pic>
      <p:sp>
        <p:nvSpPr>
          <p:cNvPr id="3" name="Text Placeholder 2">
            <a:extLst>
              <a:ext uri="{FF2B5EF4-FFF2-40B4-BE49-F238E27FC236}">
                <a16:creationId xmlns:a16="http://schemas.microsoft.com/office/drawing/2014/main" id="{045EA290-1A9D-4076-A8DD-27DEEE6E0317}"/>
              </a:ext>
            </a:extLst>
          </p:cNvPr>
          <p:cNvSpPr>
            <a:spLocks noGrp="1"/>
          </p:cNvSpPr>
          <p:nvPr>
            <p:ph type="body" sz="quarter" idx="13" hasCustomPrompt="1"/>
          </p:nvPr>
        </p:nvSpPr>
        <p:spPr>
          <a:xfrm>
            <a:off x="261938" y="4761213"/>
            <a:ext cx="914400" cy="283482"/>
          </a:xfrm>
          <a:prstGeom prst="rect">
            <a:avLst/>
          </a:prstGeom>
        </p:spPr>
        <p:txBody>
          <a:bodyPr/>
          <a:lstStyle>
            <a:lvl1pPr>
              <a:defRPr sz="1000">
                <a:solidFill>
                  <a:schemeClr val="bg1"/>
                </a:solidFill>
              </a:defRPr>
            </a:lvl1pPr>
          </a:lstStyle>
          <a:p>
            <a:pPr lvl="0"/>
            <a:r>
              <a:rPr lang="en-US"/>
              <a:t>MM YYYY</a:t>
            </a:r>
            <a:endParaRPr lang="en-GB"/>
          </a:p>
        </p:txBody>
      </p:sp>
      <p:cxnSp>
        <p:nvCxnSpPr>
          <p:cNvPr id="12" name="Google Shape;135;p1">
            <a:extLst>
              <a:ext uri="{FF2B5EF4-FFF2-40B4-BE49-F238E27FC236}">
                <a16:creationId xmlns:a16="http://schemas.microsoft.com/office/drawing/2014/main" id="{B98832AF-BBC7-4CBD-A652-34B703B2FE65}"/>
              </a:ext>
            </a:extLst>
          </p:cNvPr>
          <p:cNvCxnSpPr/>
          <p:nvPr userDrawn="1"/>
        </p:nvCxnSpPr>
        <p:spPr>
          <a:xfrm rot="10800000" flipH="1">
            <a:off x="1013598" y="4880975"/>
            <a:ext cx="7980000" cy="8700"/>
          </a:xfrm>
          <a:prstGeom prst="straightConnector1">
            <a:avLst/>
          </a:prstGeom>
          <a:noFill/>
          <a:ln w="9525" cap="flat" cmpd="sng">
            <a:solidFill>
              <a:schemeClr val="lt1"/>
            </a:solidFill>
            <a:prstDash val="solid"/>
            <a:round/>
            <a:headEnd type="none" w="med" len="med"/>
            <a:tailEnd type="none" w="med" len="med"/>
          </a:ln>
        </p:spPr>
      </p:cxnSp>
    </p:spTree>
    <p:extLst>
      <p:ext uri="{BB962C8B-B14F-4D97-AF65-F5344CB8AC3E}">
        <p14:creationId xmlns:p14="http://schemas.microsoft.com/office/powerpoint/2010/main" val="1952638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Divider2" preserve="1" userDrawn="1">
  <p:cSld name="Section Divider 1">
    <p:spTree>
      <p:nvGrpSpPr>
        <p:cNvPr id="1" name="Shape 45"/>
        <p:cNvGrpSpPr/>
        <p:nvPr/>
      </p:nvGrpSpPr>
      <p:grpSpPr>
        <a:xfrm>
          <a:off x="0" y="0"/>
          <a:ext cx="0" cy="0"/>
          <a:chOff x="0" y="0"/>
          <a:chExt cx="0" cy="0"/>
        </a:xfrm>
      </p:grpSpPr>
      <p:pic>
        <p:nvPicPr>
          <p:cNvPr id="3" name="Picture 2">
            <a:extLst>
              <a:ext uri="{FF2B5EF4-FFF2-40B4-BE49-F238E27FC236}">
                <a16:creationId xmlns:a16="http://schemas.microsoft.com/office/drawing/2014/main" id="{83BC1E5A-0359-4E8B-B5BC-15ED462B04C6}"/>
              </a:ext>
            </a:extLst>
          </p:cNvPr>
          <p:cNvPicPr>
            <a:picLocks noChangeAspect="1"/>
          </p:cNvPicPr>
          <p:nvPr userDrawn="1"/>
        </p:nvPicPr>
        <p:blipFill rotWithShape="1">
          <a:blip r:embed="rId2"/>
          <a:srcRect l="257" t="10015" b="6297"/>
          <a:stretch/>
        </p:blipFill>
        <p:spPr>
          <a:xfrm>
            <a:off x="0" y="-17"/>
            <a:ext cx="9177107" cy="5143516"/>
          </a:xfrm>
          <a:prstGeom prst="rect">
            <a:avLst/>
          </a:prstGeom>
        </p:spPr>
      </p:pic>
      <p:pic>
        <p:nvPicPr>
          <p:cNvPr id="46" name="Google Shape;46;p50"/>
          <p:cNvPicPr preferRelativeResize="0"/>
          <p:nvPr/>
        </p:nvPicPr>
        <p:blipFill rotWithShape="1">
          <a:blip r:embed="rId3">
            <a:alphaModFix amt="80000"/>
          </a:blip>
          <a:srcRect t="39" b="49"/>
          <a:stretch/>
        </p:blipFill>
        <p:spPr>
          <a:xfrm>
            <a:off x="-9575" y="15296"/>
            <a:ext cx="9186682" cy="5143516"/>
          </a:xfrm>
          <a:prstGeom prst="rect">
            <a:avLst/>
          </a:prstGeom>
          <a:noFill/>
          <a:ln>
            <a:noFill/>
          </a:ln>
        </p:spPr>
      </p:pic>
      <p:pic>
        <p:nvPicPr>
          <p:cNvPr id="49" name="Google Shape;49;p50"/>
          <p:cNvPicPr preferRelativeResize="0"/>
          <p:nvPr/>
        </p:nvPicPr>
        <p:blipFill rotWithShape="1">
          <a:blip r:embed="rId4">
            <a:alphaModFix/>
          </a:blip>
          <a:srcRect l="148" r="139"/>
          <a:stretch/>
        </p:blipFill>
        <p:spPr>
          <a:xfrm>
            <a:off x="155683" y="4912337"/>
            <a:ext cx="958351" cy="161910"/>
          </a:xfrm>
          <a:prstGeom prst="rect">
            <a:avLst/>
          </a:prstGeom>
          <a:noFill/>
          <a:ln>
            <a:noFill/>
          </a:ln>
        </p:spPr>
      </p:pic>
      <p:sp>
        <p:nvSpPr>
          <p:cNvPr id="10" name="Google Shape;27;p55">
            <a:extLst>
              <a:ext uri="{FF2B5EF4-FFF2-40B4-BE49-F238E27FC236}">
                <a16:creationId xmlns:a16="http://schemas.microsoft.com/office/drawing/2014/main" id="{85028AC8-D19C-4F7A-9E8C-22733A860219}"/>
              </a:ext>
            </a:extLst>
          </p:cNvPr>
          <p:cNvSpPr txBox="1">
            <a:spLocks noGrp="1"/>
          </p:cNvSpPr>
          <p:nvPr>
            <p:ph type="ctrTitle"/>
          </p:nvPr>
        </p:nvSpPr>
        <p:spPr>
          <a:xfrm>
            <a:off x="472045" y="1783575"/>
            <a:ext cx="7688100" cy="661689"/>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Clr>
                <a:schemeClr val="lt1"/>
              </a:buClr>
              <a:buSzPts val="3100"/>
              <a:buNone/>
              <a:defRPr sz="31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11" name="Google Shape;28;p55">
            <a:extLst>
              <a:ext uri="{FF2B5EF4-FFF2-40B4-BE49-F238E27FC236}">
                <a16:creationId xmlns:a16="http://schemas.microsoft.com/office/drawing/2014/main" id="{0BEB6C62-4A30-4185-9E6F-D95F7F01EEE6}"/>
              </a:ext>
            </a:extLst>
          </p:cNvPr>
          <p:cNvSpPr txBox="1">
            <a:spLocks noGrp="1"/>
          </p:cNvSpPr>
          <p:nvPr>
            <p:ph type="subTitle" idx="1"/>
          </p:nvPr>
        </p:nvSpPr>
        <p:spPr>
          <a:xfrm>
            <a:off x="472048" y="2299036"/>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1700"/>
              <a:buNone/>
              <a:defRPr sz="1700">
                <a:solidFill>
                  <a:schemeClr val="lt1"/>
                </a:solidFill>
              </a:defRPr>
            </a:lvl1pPr>
            <a:lvl2pPr lvl="1" algn="l">
              <a:lnSpc>
                <a:spcPct val="100000"/>
              </a:lnSpc>
              <a:spcBef>
                <a:spcPts val="0"/>
              </a:spcBef>
              <a:spcAft>
                <a:spcPts val="0"/>
              </a:spcAft>
              <a:buClr>
                <a:schemeClr val="lt1"/>
              </a:buClr>
              <a:buSzPts val="2000"/>
              <a:buNone/>
              <a:defRPr sz="2000">
                <a:solidFill>
                  <a:schemeClr val="lt1"/>
                </a:solidFill>
              </a:defRPr>
            </a:lvl2pPr>
            <a:lvl3pPr lvl="2" algn="l">
              <a:lnSpc>
                <a:spcPct val="100000"/>
              </a:lnSpc>
              <a:spcBef>
                <a:spcPts val="0"/>
              </a:spcBef>
              <a:spcAft>
                <a:spcPts val="0"/>
              </a:spcAft>
              <a:buClr>
                <a:schemeClr val="lt1"/>
              </a:buClr>
              <a:buSzPts val="2000"/>
              <a:buNone/>
              <a:defRPr sz="2000">
                <a:solidFill>
                  <a:schemeClr val="lt1"/>
                </a:solidFill>
              </a:defRPr>
            </a:lvl3pPr>
            <a:lvl4pPr lvl="3" algn="l">
              <a:lnSpc>
                <a:spcPct val="100000"/>
              </a:lnSpc>
              <a:spcBef>
                <a:spcPts val="0"/>
              </a:spcBef>
              <a:spcAft>
                <a:spcPts val="0"/>
              </a:spcAft>
              <a:buClr>
                <a:schemeClr val="lt1"/>
              </a:buClr>
              <a:buSzPts val="2000"/>
              <a:buNone/>
              <a:defRPr sz="2000">
                <a:solidFill>
                  <a:schemeClr val="lt1"/>
                </a:solidFill>
              </a:defRPr>
            </a:lvl4pPr>
            <a:lvl5pPr lvl="4" algn="l">
              <a:lnSpc>
                <a:spcPct val="100000"/>
              </a:lnSpc>
              <a:spcBef>
                <a:spcPts val="0"/>
              </a:spcBef>
              <a:spcAft>
                <a:spcPts val="0"/>
              </a:spcAft>
              <a:buClr>
                <a:schemeClr val="lt1"/>
              </a:buClr>
              <a:buSzPts val="2000"/>
              <a:buNone/>
              <a:defRPr sz="2000">
                <a:solidFill>
                  <a:schemeClr val="lt1"/>
                </a:solidFill>
              </a:defRPr>
            </a:lvl5pPr>
            <a:lvl6pPr lvl="5" algn="l">
              <a:lnSpc>
                <a:spcPct val="100000"/>
              </a:lnSpc>
              <a:spcBef>
                <a:spcPts val="0"/>
              </a:spcBef>
              <a:spcAft>
                <a:spcPts val="0"/>
              </a:spcAft>
              <a:buClr>
                <a:schemeClr val="lt1"/>
              </a:buClr>
              <a:buSzPts val="2000"/>
              <a:buNone/>
              <a:defRPr sz="2000">
                <a:solidFill>
                  <a:schemeClr val="lt1"/>
                </a:solidFill>
              </a:defRPr>
            </a:lvl6pPr>
            <a:lvl7pPr lvl="6" algn="l">
              <a:lnSpc>
                <a:spcPct val="100000"/>
              </a:lnSpc>
              <a:spcBef>
                <a:spcPts val="0"/>
              </a:spcBef>
              <a:spcAft>
                <a:spcPts val="0"/>
              </a:spcAft>
              <a:buClr>
                <a:schemeClr val="lt1"/>
              </a:buClr>
              <a:buSzPts val="2000"/>
              <a:buNone/>
              <a:defRPr sz="2000">
                <a:solidFill>
                  <a:schemeClr val="lt1"/>
                </a:solidFill>
              </a:defRPr>
            </a:lvl7pPr>
            <a:lvl8pPr lvl="7" algn="l">
              <a:lnSpc>
                <a:spcPct val="100000"/>
              </a:lnSpc>
              <a:spcBef>
                <a:spcPts val="0"/>
              </a:spcBef>
              <a:spcAft>
                <a:spcPts val="0"/>
              </a:spcAft>
              <a:buClr>
                <a:schemeClr val="lt1"/>
              </a:buClr>
              <a:buSzPts val="2000"/>
              <a:buNone/>
              <a:defRPr sz="2000">
                <a:solidFill>
                  <a:schemeClr val="lt1"/>
                </a:solidFill>
              </a:defRPr>
            </a:lvl8pPr>
            <a:lvl9pPr lvl="8" algn="l">
              <a:lnSpc>
                <a:spcPct val="100000"/>
              </a:lnSpc>
              <a:spcBef>
                <a:spcPts val="0"/>
              </a:spcBef>
              <a:spcAft>
                <a:spcPts val="0"/>
              </a:spcAft>
              <a:buClr>
                <a:schemeClr val="lt1"/>
              </a:buClr>
              <a:buSzPts val="2000"/>
              <a:buNone/>
              <a:defRPr sz="2000">
                <a:solidFill>
                  <a:schemeClr val="lt1"/>
                </a:solidFill>
              </a:defRPr>
            </a:lvl9pPr>
          </a:lstStyle>
          <a:p>
            <a:endParaRPr/>
          </a:p>
        </p:txBody>
      </p:sp>
      <p:cxnSp>
        <p:nvCxnSpPr>
          <p:cNvPr id="12" name="Google Shape;117;p49">
            <a:extLst>
              <a:ext uri="{FF2B5EF4-FFF2-40B4-BE49-F238E27FC236}">
                <a16:creationId xmlns:a16="http://schemas.microsoft.com/office/drawing/2014/main" id="{7E133575-B6E5-4C46-8099-6780FECF9B14}"/>
              </a:ext>
            </a:extLst>
          </p:cNvPr>
          <p:cNvCxnSpPr>
            <a:cxnSpLocks/>
          </p:cNvCxnSpPr>
          <p:nvPr userDrawn="1"/>
        </p:nvCxnSpPr>
        <p:spPr>
          <a:xfrm>
            <a:off x="124602" y="4804913"/>
            <a:ext cx="8658063" cy="0"/>
          </a:xfrm>
          <a:prstGeom prst="straightConnector1">
            <a:avLst/>
          </a:prstGeom>
          <a:noFill/>
          <a:ln w="9525" cap="flat" cmpd="sng">
            <a:solidFill>
              <a:schemeClr val="bg1"/>
            </a:solidFill>
            <a:prstDash val="solid"/>
            <a:round/>
            <a:headEnd type="none" w="sm" len="sm"/>
            <a:tailEnd type="none" w="sm" len="sm"/>
          </a:ln>
        </p:spPr>
      </p:cxnSp>
      <p:sp>
        <p:nvSpPr>
          <p:cNvPr id="13" name="Google Shape;65;p56">
            <a:extLst>
              <a:ext uri="{FF2B5EF4-FFF2-40B4-BE49-F238E27FC236}">
                <a16:creationId xmlns:a16="http://schemas.microsoft.com/office/drawing/2014/main" id="{CE64DAD0-BA8B-4898-871A-A5C3B571DE98}"/>
              </a:ext>
            </a:extLst>
          </p:cNvPr>
          <p:cNvSpPr txBox="1">
            <a:spLocks noGrp="1"/>
          </p:cNvSpPr>
          <p:nvPr>
            <p:ph type="sldNum" idx="4"/>
          </p:nvPr>
        </p:nvSpPr>
        <p:spPr>
          <a:xfrm>
            <a:off x="8573178" y="460073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900" b="0" i="0" u="none" strike="noStrike" cap="none">
                <a:solidFill>
                  <a:schemeClr val="bg1"/>
                </a:solidFill>
                <a:latin typeface="Century Gothic" panose="020B0502020202020204" pitchFamily="34" charset="0"/>
                <a:ea typeface="Century Gothic" panose="020B0502020202020204" pitchFamily="34" charset="0"/>
                <a:cs typeface="Century Gothic" panose="020B0502020202020204" pitchFamily="34" charset="0"/>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fld id="{93DB7E74-C4BF-421C-B40C-121327DBB773}" type="slidenum">
              <a:rPr lang="en" smtClean="0"/>
              <a:pPr/>
              <a:t>‹#›</a:t>
            </a:fld>
            <a:endParaRPr lang="en"/>
          </a:p>
        </p:txBody>
      </p:sp>
    </p:spTree>
    <p:extLst>
      <p:ext uri="{BB962C8B-B14F-4D97-AF65-F5344CB8AC3E}">
        <p14:creationId xmlns:p14="http://schemas.microsoft.com/office/powerpoint/2010/main" val="57920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Divider2" preserve="1" userDrawn="1">
  <p:cSld name="Section Divider 2">
    <p:spTree>
      <p:nvGrpSpPr>
        <p:cNvPr id="1" name="Shape 45"/>
        <p:cNvGrpSpPr/>
        <p:nvPr/>
      </p:nvGrpSpPr>
      <p:grpSpPr>
        <a:xfrm>
          <a:off x="0" y="0"/>
          <a:ext cx="0" cy="0"/>
          <a:chOff x="0" y="0"/>
          <a:chExt cx="0" cy="0"/>
        </a:xfrm>
      </p:grpSpPr>
      <p:pic>
        <p:nvPicPr>
          <p:cNvPr id="4" name="Picture 3">
            <a:extLst>
              <a:ext uri="{FF2B5EF4-FFF2-40B4-BE49-F238E27FC236}">
                <a16:creationId xmlns:a16="http://schemas.microsoft.com/office/drawing/2014/main" id="{5ECC69AB-1C7C-4083-84F2-41F8635AF486}"/>
              </a:ext>
            </a:extLst>
          </p:cNvPr>
          <p:cNvPicPr>
            <a:picLocks noChangeAspect="1"/>
          </p:cNvPicPr>
          <p:nvPr userDrawn="1"/>
        </p:nvPicPr>
        <p:blipFill>
          <a:blip r:embed="rId2"/>
          <a:stretch>
            <a:fillRect/>
          </a:stretch>
        </p:blipFill>
        <p:spPr>
          <a:xfrm>
            <a:off x="0" y="457"/>
            <a:ext cx="9144000" cy="5142586"/>
          </a:xfrm>
          <a:prstGeom prst="rect">
            <a:avLst/>
          </a:prstGeom>
        </p:spPr>
      </p:pic>
      <p:pic>
        <p:nvPicPr>
          <p:cNvPr id="46" name="Google Shape;46;p50"/>
          <p:cNvPicPr preferRelativeResize="0"/>
          <p:nvPr/>
        </p:nvPicPr>
        <p:blipFill rotWithShape="1">
          <a:blip r:embed="rId3">
            <a:alphaModFix amt="80000"/>
          </a:blip>
          <a:srcRect t="39" b="49"/>
          <a:stretch/>
        </p:blipFill>
        <p:spPr>
          <a:xfrm>
            <a:off x="0" y="6587"/>
            <a:ext cx="9186682" cy="5143516"/>
          </a:xfrm>
          <a:prstGeom prst="rect">
            <a:avLst/>
          </a:prstGeom>
          <a:noFill/>
          <a:ln>
            <a:noFill/>
          </a:ln>
        </p:spPr>
      </p:pic>
      <p:pic>
        <p:nvPicPr>
          <p:cNvPr id="49" name="Google Shape;49;p50"/>
          <p:cNvPicPr preferRelativeResize="0"/>
          <p:nvPr/>
        </p:nvPicPr>
        <p:blipFill rotWithShape="1">
          <a:blip r:embed="rId4">
            <a:alphaModFix/>
          </a:blip>
          <a:srcRect l="148" r="139"/>
          <a:stretch/>
        </p:blipFill>
        <p:spPr>
          <a:xfrm>
            <a:off x="155683" y="4912337"/>
            <a:ext cx="958351" cy="161910"/>
          </a:xfrm>
          <a:prstGeom prst="rect">
            <a:avLst/>
          </a:prstGeom>
          <a:noFill/>
          <a:ln>
            <a:noFill/>
          </a:ln>
        </p:spPr>
      </p:pic>
      <p:sp>
        <p:nvSpPr>
          <p:cNvPr id="10" name="Google Shape;27;p55">
            <a:extLst>
              <a:ext uri="{FF2B5EF4-FFF2-40B4-BE49-F238E27FC236}">
                <a16:creationId xmlns:a16="http://schemas.microsoft.com/office/drawing/2014/main" id="{85028AC8-D19C-4F7A-9E8C-22733A860219}"/>
              </a:ext>
            </a:extLst>
          </p:cNvPr>
          <p:cNvSpPr txBox="1">
            <a:spLocks noGrp="1"/>
          </p:cNvSpPr>
          <p:nvPr>
            <p:ph type="ctrTitle"/>
          </p:nvPr>
        </p:nvSpPr>
        <p:spPr>
          <a:xfrm>
            <a:off x="472045" y="1783575"/>
            <a:ext cx="7688100" cy="661689"/>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Clr>
                <a:schemeClr val="lt1"/>
              </a:buClr>
              <a:buSzPts val="3100"/>
              <a:buNone/>
              <a:defRPr sz="31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11" name="Google Shape;28;p55">
            <a:extLst>
              <a:ext uri="{FF2B5EF4-FFF2-40B4-BE49-F238E27FC236}">
                <a16:creationId xmlns:a16="http://schemas.microsoft.com/office/drawing/2014/main" id="{0BEB6C62-4A30-4185-9E6F-D95F7F01EEE6}"/>
              </a:ext>
            </a:extLst>
          </p:cNvPr>
          <p:cNvSpPr txBox="1">
            <a:spLocks noGrp="1"/>
          </p:cNvSpPr>
          <p:nvPr>
            <p:ph type="subTitle" idx="1"/>
          </p:nvPr>
        </p:nvSpPr>
        <p:spPr>
          <a:xfrm>
            <a:off x="472048" y="2299036"/>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1700"/>
              <a:buNone/>
              <a:defRPr sz="1700">
                <a:solidFill>
                  <a:schemeClr val="lt1"/>
                </a:solidFill>
              </a:defRPr>
            </a:lvl1pPr>
            <a:lvl2pPr lvl="1" algn="l">
              <a:lnSpc>
                <a:spcPct val="100000"/>
              </a:lnSpc>
              <a:spcBef>
                <a:spcPts val="0"/>
              </a:spcBef>
              <a:spcAft>
                <a:spcPts val="0"/>
              </a:spcAft>
              <a:buClr>
                <a:schemeClr val="lt1"/>
              </a:buClr>
              <a:buSzPts val="2000"/>
              <a:buNone/>
              <a:defRPr sz="2000">
                <a:solidFill>
                  <a:schemeClr val="lt1"/>
                </a:solidFill>
              </a:defRPr>
            </a:lvl2pPr>
            <a:lvl3pPr lvl="2" algn="l">
              <a:lnSpc>
                <a:spcPct val="100000"/>
              </a:lnSpc>
              <a:spcBef>
                <a:spcPts val="0"/>
              </a:spcBef>
              <a:spcAft>
                <a:spcPts val="0"/>
              </a:spcAft>
              <a:buClr>
                <a:schemeClr val="lt1"/>
              </a:buClr>
              <a:buSzPts val="2000"/>
              <a:buNone/>
              <a:defRPr sz="2000">
                <a:solidFill>
                  <a:schemeClr val="lt1"/>
                </a:solidFill>
              </a:defRPr>
            </a:lvl3pPr>
            <a:lvl4pPr lvl="3" algn="l">
              <a:lnSpc>
                <a:spcPct val="100000"/>
              </a:lnSpc>
              <a:spcBef>
                <a:spcPts val="0"/>
              </a:spcBef>
              <a:spcAft>
                <a:spcPts val="0"/>
              </a:spcAft>
              <a:buClr>
                <a:schemeClr val="lt1"/>
              </a:buClr>
              <a:buSzPts val="2000"/>
              <a:buNone/>
              <a:defRPr sz="2000">
                <a:solidFill>
                  <a:schemeClr val="lt1"/>
                </a:solidFill>
              </a:defRPr>
            </a:lvl4pPr>
            <a:lvl5pPr lvl="4" algn="l">
              <a:lnSpc>
                <a:spcPct val="100000"/>
              </a:lnSpc>
              <a:spcBef>
                <a:spcPts val="0"/>
              </a:spcBef>
              <a:spcAft>
                <a:spcPts val="0"/>
              </a:spcAft>
              <a:buClr>
                <a:schemeClr val="lt1"/>
              </a:buClr>
              <a:buSzPts val="2000"/>
              <a:buNone/>
              <a:defRPr sz="2000">
                <a:solidFill>
                  <a:schemeClr val="lt1"/>
                </a:solidFill>
              </a:defRPr>
            </a:lvl5pPr>
            <a:lvl6pPr lvl="5" algn="l">
              <a:lnSpc>
                <a:spcPct val="100000"/>
              </a:lnSpc>
              <a:spcBef>
                <a:spcPts val="0"/>
              </a:spcBef>
              <a:spcAft>
                <a:spcPts val="0"/>
              </a:spcAft>
              <a:buClr>
                <a:schemeClr val="lt1"/>
              </a:buClr>
              <a:buSzPts val="2000"/>
              <a:buNone/>
              <a:defRPr sz="2000">
                <a:solidFill>
                  <a:schemeClr val="lt1"/>
                </a:solidFill>
              </a:defRPr>
            </a:lvl6pPr>
            <a:lvl7pPr lvl="6" algn="l">
              <a:lnSpc>
                <a:spcPct val="100000"/>
              </a:lnSpc>
              <a:spcBef>
                <a:spcPts val="0"/>
              </a:spcBef>
              <a:spcAft>
                <a:spcPts val="0"/>
              </a:spcAft>
              <a:buClr>
                <a:schemeClr val="lt1"/>
              </a:buClr>
              <a:buSzPts val="2000"/>
              <a:buNone/>
              <a:defRPr sz="2000">
                <a:solidFill>
                  <a:schemeClr val="lt1"/>
                </a:solidFill>
              </a:defRPr>
            </a:lvl7pPr>
            <a:lvl8pPr lvl="7" algn="l">
              <a:lnSpc>
                <a:spcPct val="100000"/>
              </a:lnSpc>
              <a:spcBef>
                <a:spcPts val="0"/>
              </a:spcBef>
              <a:spcAft>
                <a:spcPts val="0"/>
              </a:spcAft>
              <a:buClr>
                <a:schemeClr val="lt1"/>
              </a:buClr>
              <a:buSzPts val="2000"/>
              <a:buNone/>
              <a:defRPr sz="2000">
                <a:solidFill>
                  <a:schemeClr val="lt1"/>
                </a:solidFill>
              </a:defRPr>
            </a:lvl8pPr>
            <a:lvl9pPr lvl="8" algn="l">
              <a:lnSpc>
                <a:spcPct val="100000"/>
              </a:lnSpc>
              <a:spcBef>
                <a:spcPts val="0"/>
              </a:spcBef>
              <a:spcAft>
                <a:spcPts val="0"/>
              </a:spcAft>
              <a:buClr>
                <a:schemeClr val="lt1"/>
              </a:buClr>
              <a:buSzPts val="2000"/>
              <a:buNone/>
              <a:defRPr sz="2000">
                <a:solidFill>
                  <a:schemeClr val="lt1"/>
                </a:solidFill>
              </a:defRPr>
            </a:lvl9pPr>
          </a:lstStyle>
          <a:p>
            <a:endParaRPr/>
          </a:p>
        </p:txBody>
      </p:sp>
      <p:cxnSp>
        <p:nvCxnSpPr>
          <p:cNvPr id="12" name="Google Shape;117;p49">
            <a:extLst>
              <a:ext uri="{FF2B5EF4-FFF2-40B4-BE49-F238E27FC236}">
                <a16:creationId xmlns:a16="http://schemas.microsoft.com/office/drawing/2014/main" id="{7E133575-B6E5-4C46-8099-6780FECF9B14}"/>
              </a:ext>
            </a:extLst>
          </p:cNvPr>
          <p:cNvCxnSpPr>
            <a:cxnSpLocks/>
          </p:cNvCxnSpPr>
          <p:nvPr userDrawn="1"/>
        </p:nvCxnSpPr>
        <p:spPr>
          <a:xfrm>
            <a:off x="124602" y="4804913"/>
            <a:ext cx="8658063" cy="0"/>
          </a:xfrm>
          <a:prstGeom prst="straightConnector1">
            <a:avLst/>
          </a:prstGeom>
          <a:noFill/>
          <a:ln w="9525" cap="flat" cmpd="sng">
            <a:solidFill>
              <a:schemeClr val="bg1"/>
            </a:solidFill>
            <a:prstDash val="solid"/>
            <a:round/>
            <a:headEnd type="none" w="sm" len="sm"/>
            <a:tailEnd type="none" w="sm" len="sm"/>
          </a:ln>
        </p:spPr>
      </p:cxnSp>
      <p:sp>
        <p:nvSpPr>
          <p:cNvPr id="13" name="Google Shape;65;p56">
            <a:extLst>
              <a:ext uri="{FF2B5EF4-FFF2-40B4-BE49-F238E27FC236}">
                <a16:creationId xmlns:a16="http://schemas.microsoft.com/office/drawing/2014/main" id="{CE64DAD0-BA8B-4898-871A-A5C3B571DE98}"/>
              </a:ext>
            </a:extLst>
          </p:cNvPr>
          <p:cNvSpPr txBox="1">
            <a:spLocks noGrp="1"/>
          </p:cNvSpPr>
          <p:nvPr>
            <p:ph type="sldNum" idx="4"/>
          </p:nvPr>
        </p:nvSpPr>
        <p:spPr>
          <a:xfrm>
            <a:off x="8573178" y="460073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900" b="0" i="0" u="none" strike="noStrike" cap="none">
                <a:solidFill>
                  <a:schemeClr val="bg1"/>
                </a:solidFill>
                <a:latin typeface="Century Gothic" panose="020B0502020202020204" pitchFamily="34" charset="0"/>
                <a:ea typeface="Century Gothic" panose="020B0502020202020204" pitchFamily="34" charset="0"/>
                <a:cs typeface="Century Gothic" panose="020B0502020202020204" pitchFamily="34" charset="0"/>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fld id="{93DB7E74-C4BF-421C-B40C-121327DBB773}" type="slidenum">
              <a:rPr lang="en" smtClean="0"/>
              <a:pPr/>
              <a:t>‹#›</a:t>
            </a:fld>
            <a:endParaRPr lang="en"/>
          </a:p>
        </p:txBody>
      </p:sp>
    </p:spTree>
    <p:extLst>
      <p:ext uri="{BB962C8B-B14F-4D97-AF65-F5344CB8AC3E}">
        <p14:creationId xmlns:p14="http://schemas.microsoft.com/office/powerpoint/2010/main" val="267664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Divider2" preserve="1" userDrawn="1">
  <p:cSld name="Section Divider 3">
    <p:spTree>
      <p:nvGrpSpPr>
        <p:cNvPr id="1" name="Shape 45"/>
        <p:cNvGrpSpPr/>
        <p:nvPr/>
      </p:nvGrpSpPr>
      <p:grpSpPr>
        <a:xfrm>
          <a:off x="0" y="0"/>
          <a:ext cx="0" cy="0"/>
          <a:chOff x="0" y="0"/>
          <a:chExt cx="0" cy="0"/>
        </a:xfrm>
      </p:grpSpPr>
      <p:pic>
        <p:nvPicPr>
          <p:cNvPr id="3" name="Picture 2">
            <a:extLst>
              <a:ext uri="{FF2B5EF4-FFF2-40B4-BE49-F238E27FC236}">
                <a16:creationId xmlns:a16="http://schemas.microsoft.com/office/drawing/2014/main" id="{004B2F3F-FF3F-48C7-B5D5-9EB094FCAF30}"/>
              </a:ext>
            </a:extLst>
          </p:cNvPr>
          <p:cNvPicPr>
            <a:picLocks noChangeAspect="1"/>
          </p:cNvPicPr>
          <p:nvPr userDrawn="1"/>
        </p:nvPicPr>
        <p:blipFill>
          <a:blip r:embed="rId2"/>
          <a:stretch>
            <a:fillRect/>
          </a:stretch>
        </p:blipFill>
        <p:spPr>
          <a:xfrm>
            <a:off x="0" y="914"/>
            <a:ext cx="9144000" cy="5142586"/>
          </a:xfrm>
          <a:prstGeom prst="rect">
            <a:avLst/>
          </a:prstGeom>
        </p:spPr>
      </p:pic>
      <p:pic>
        <p:nvPicPr>
          <p:cNvPr id="12" name="Google Shape;26;p55">
            <a:extLst>
              <a:ext uri="{FF2B5EF4-FFF2-40B4-BE49-F238E27FC236}">
                <a16:creationId xmlns:a16="http://schemas.microsoft.com/office/drawing/2014/main" id="{9DE7C8B5-5C13-4DD7-994E-129E6D951A67}"/>
              </a:ext>
            </a:extLst>
          </p:cNvPr>
          <p:cNvPicPr preferRelativeResize="0"/>
          <p:nvPr userDrawn="1"/>
        </p:nvPicPr>
        <p:blipFill rotWithShape="1">
          <a:blip r:embed="rId3">
            <a:alphaModFix amt="80000"/>
          </a:blip>
          <a:srcRect/>
          <a:stretch/>
        </p:blipFill>
        <p:spPr>
          <a:xfrm>
            <a:off x="-17418" y="0"/>
            <a:ext cx="9161417" cy="5143516"/>
          </a:xfrm>
          <a:prstGeom prst="rect">
            <a:avLst/>
          </a:prstGeom>
          <a:noFill/>
          <a:ln>
            <a:noFill/>
          </a:ln>
        </p:spPr>
      </p:pic>
      <p:pic>
        <p:nvPicPr>
          <p:cNvPr id="49" name="Google Shape;49;p50"/>
          <p:cNvPicPr preferRelativeResize="0"/>
          <p:nvPr/>
        </p:nvPicPr>
        <p:blipFill rotWithShape="1">
          <a:blip r:embed="rId4">
            <a:alphaModFix/>
          </a:blip>
          <a:srcRect l="148" r="139"/>
          <a:stretch/>
        </p:blipFill>
        <p:spPr>
          <a:xfrm>
            <a:off x="155683" y="4912337"/>
            <a:ext cx="958351" cy="161910"/>
          </a:xfrm>
          <a:prstGeom prst="rect">
            <a:avLst/>
          </a:prstGeom>
          <a:noFill/>
          <a:ln>
            <a:noFill/>
          </a:ln>
        </p:spPr>
      </p:pic>
      <p:sp>
        <p:nvSpPr>
          <p:cNvPr id="10" name="Google Shape;27;p55">
            <a:extLst>
              <a:ext uri="{FF2B5EF4-FFF2-40B4-BE49-F238E27FC236}">
                <a16:creationId xmlns:a16="http://schemas.microsoft.com/office/drawing/2014/main" id="{D404850B-EE67-4ECF-9C5D-9D0A04366378}"/>
              </a:ext>
            </a:extLst>
          </p:cNvPr>
          <p:cNvSpPr txBox="1">
            <a:spLocks noGrp="1"/>
          </p:cNvSpPr>
          <p:nvPr>
            <p:ph type="ctrTitle"/>
          </p:nvPr>
        </p:nvSpPr>
        <p:spPr>
          <a:xfrm>
            <a:off x="472045" y="1783575"/>
            <a:ext cx="7688100" cy="661689"/>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Clr>
                <a:schemeClr val="lt1"/>
              </a:buClr>
              <a:buSzPts val="3100"/>
              <a:buNone/>
              <a:defRPr sz="31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11" name="Google Shape;28;p55">
            <a:extLst>
              <a:ext uri="{FF2B5EF4-FFF2-40B4-BE49-F238E27FC236}">
                <a16:creationId xmlns:a16="http://schemas.microsoft.com/office/drawing/2014/main" id="{AA126028-3402-4191-9960-4D875C570373}"/>
              </a:ext>
            </a:extLst>
          </p:cNvPr>
          <p:cNvSpPr txBox="1">
            <a:spLocks noGrp="1"/>
          </p:cNvSpPr>
          <p:nvPr>
            <p:ph type="subTitle" idx="1"/>
          </p:nvPr>
        </p:nvSpPr>
        <p:spPr>
          <a:xfrm>
            <a:off x="472048" y="2299036"/>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1700"/>
              <a:buNone/>
              <a:defRPr sz="1700">
                <a:solidFill>
                  <a:schemeClr val="lt1"/>
                </a:solidFill>
              </a:defRPr>
            </a:lvl1pPr>
            <a:lvl2pPr lvl="1" algn="l">
              <a:lnSpc>
                <a:spcPct val="100000"/>
              </a:lnSpc>
              <a:spcBef>
                <a:spcPts val="0"/>
              </a:spcBef>
              <a:spcAft>
                <a:spcPts val="0"/>
              </a:spcAft>
              <a:buClr>
                <a:schemeClr val="lt1"/>
              </a:buClr>
              <a:buSzPts val="2000"/>
              <a:buNone/>
              <a:defRPr sz="2000">
                <a:solidFill>
                  <a:schemeClr val="lt1"/>
                </a:solidFill>
              </a:defRPr>
            </a:lvl2pPr>
            <a:lvl3pPr lvl="2" algn="l">
              <a:lnSpc>
                <a:spcPct val="100000"/>
              </a:lnSpc>
              <a:spcBef>
                <a:spcPts val="0"/>
              </a:spcBef>
              <a:spcAft>
                <a:spcPts val="0"/>
              </a:spcAft>
              <a:buClr>
                <a:schemeClr val="lt1"/>
              </a:buClr>
              <a:buSzPts val="2000"/>
              <a:buNone/>
              <a:defRPr sz="2000">
                <a:solidFill>
                  <a:schemeClr val="lt1"/>
                </a:solidFill>
              </a:defRPr>
            </a:lvl3pPr>
            <a:lvl4pPr lvl="3" algn="l">
              <a:lnSpc>
                <a:spcPct val="100000"/>
              </a:lnSpc>
              <a:spcBef>
                <a:spcPts val="0"/>
              </a:spcBef>
              <a:spcAft>
                <a:spcPts val="0"/>
              </a:spcAft>
              <a:buClr>
                <a:schemeClr val="lt1"/>
              </a:buClr>
              <a:buSzPts val="2000"/>
              <a:buNone/>
              <a:defRPr sz="2000">
                <a:solidFill>
                  <a:schemeClr val="lt1"/>
                </a:solidFill>
              </a:defRPr>
            </a:lvl4pPr>
            <a:lvl5pPr lvl="4" algn="l">
              <a:lnSpc>
                <a:spcPct val="100000"/>
              </a:lnSpc>
              <a:spcBef>
                <a:spcPts val="0"/>
              </a:spcBef>
              <a:spcAft>
                <a:spcPts val="0"/>
              </a:spcAft>
              <a:buClr>
                <a:schemeClr val="lt1"/>
              </a:buClr>
              <a:buSzPts val="2000"/>
              <a:buNone/>
              <a:defRPr sz="2000">
                <a:solidFill>
                  <a:schemeClr val="lt1"/>
                </a:solidFill>
              </a:defRPr>
            </a:lvl5pPr>
            <a:lvl6pPr lvl="5" algn="l">
              <a:lnSpc>
                <a:spcPct val="100000"/>
              </a:lnSpc>
              <a:spcBef>
                <a:spcPts val="0"/>
              </a:spcBef>
              <a:spcAft>
                <a:spcPts val="0"/>
              </a:spcAft>
              <a:buClr>
                <a:schemeClr val="lt1"/>
              </a:buClr>
              <a:buSzPts val="2000"/>
              <a:buNone/>
              <a:defRPr sz="2000">
                <a:solidFill>
                  <a:schemeClr val="lt1"/>
                </a:solidFill>
              </a:defRPr>
            </a:lvl6pPr>
            <a:lvl7pPr lvl="6" algn="l">
              <a:lnSpc>
                <a:spcPct val="100000"/>
              </a:lnSpc>
              <a:spcBef>
                <a:spcPts val="0"/>
              </a:spcBef>
              <a:spcAft>
                <a:spcPts val="0"/>
              </a:spcAft>
              <a:buClr>
                <a:schemeClr val="lt1"/>
              </a:buClr>
              <a:buSzPts val="2000"/>
              <a:buNone/>
              <a:defRPr sz="2000">
                <a:solidFill>
                  <a:schemeClr val="lt1"/>
                </a:solidFill>
              </a:defRPr>
            </a:lvl7pPr>
            <a:lvl8pPr lvl="7" algn="l">
              <a:lnSpc>
                <a:spcPct val="100000"/>
              </a:lnSpc>
              <a:spcBef>
                <a:spcPts val="0"/>
              </a:spcBef>
              <a:spcAft>
                <a:spcPts val="0"/>
              </a:spcAft>
              <a:buClr>
                <a:schemeClr val="lt1"/>
              </a:buClr>
              <a:buSzPts val="2000"/>
              <a:buNone/>
              <a:defRPr sz="2000">
                <a:solidFill>
                  <a:schemeClr val="lt1"/>
                </a:solidFill>
              </a:defRPr>
            </a:lvl8pPr>
            <a:lvl9pPr lvl="8" algn="l">
              <a:lnSpc>
                <a:spcPct val="100000"/>
              </a:lnSpc>
              <a:spcBef>
                <a:spcPts val="0"/>
              </a:spcBef>
              <a:spcAft>
                <a:spcPts val="0"/>
              </a:spcAft>
              <a:buClr>
                <a:schemeClr val="lt1"/>
              </a:buClr>
              <a:buSzPts val="2000"/>
              <a:buNone/>
              <a:defRPr sz="2000">
                <a:solidFill>
                  <a:schemeClr val="lt1"/>
                </a:solidFill>
              </a:defRPr>
            </a:lvl9pPr>
          </a:lstStyle>
          <a:p>
            <a:endParaRPr/>
          </a:p>
        </p:txBody>
      </p:sp>
      <p:cxnSp>
        <p:nvCxnSpPr>
          <p:cNvPr id="13" name="Google Shape;117;p49">
            <a:extLst>
              <a:ext uri="{FF2B5EF4-FFF2-40B4-BE49-F238E27FC236}">
                <a16:creationId xmlns:a16="http://schemas.microsoft.com/office/drawing/2014/main" id="{3FD35C60-CEA6-4BBD-9278-02D800C0AD37}"/>
              </a:ext>
            </a:extLst>
          </p:cNvPr>
          <p:cNvCxnSpPr>
            <a:cxnSpLocks/>
          </p:cNvCxnSpPr>
          <p:nvPr userDrawn="1"/>
        </p:nvCxnSpPr>
        <p:spPr>
          <a:xfrm>
            <a:off x="124602" y="4804913"/>
            <a:ext cx="8658063" cy="0"/>
          </a:xfrm>
          <a:prstGeom prst="straightConnector1">
            <a:avLst/>
          </a:prstGeom>
          <a:noFill/>
          <a:ln w="9525" cap="flat" cmpd="sng">
            <a:solidFill>
              <a:schemeClr val="bg1"/>
            </a:solidFill>
            <a:prstDash val="solid"/>
            <a:round/>
            <a:headEnd type="none" w="sm" len="sm"/>
            <a:tailEnd type="none" w="sm" len="sm"/>
          </a:ln>
        </p:spPr>
      </p:cxnSp>
      <p:sp>
        <p:nvSpPr>
          <p:cNvPr id="14" name="Google Shape;65;p56">
            <a:extLst>
              <a:ext uri="{FF2B5EF4-FFF2-40B4-BE49-F238E27FC236}">
                <a16:creationId xmlns:a16="http://schemas.microsoft.com/office/drawing/2014/main" id="{4D742F17-BBF1-4389-9678-CAF9BF13A422}"/>
              </a:ext>
            </a:extLst>
          </p:cNvPr>
          <p:cNvSpPr txBox="1">
            <a:spLocks noGrp="1"/>
          </p:cNvSpPr>
          <p:nvPr>
            <p:ph type="sldNum" idx="4"/>
          </p:nvPr>
        </p:nvSpPr>
        <p:spPr>
          <a:xfrm>
            <a:off x="8573178" y="460073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900" b="0" i="0" u="none" strike="noStrike" cap="none">
                <a:solidFill>
                  <a:schemeClr val="bg1"/>
                </a:solidFill>
                <a:latin typeface="Century Gothic" panose="020B0502020202020204" pitchFamily="34" charset="0"/>
                <a:ea typeface="Century Gothic" panose="020B0502020202020204" pitchFamily="34" charset="0"/>
                <a:cs typeface="Century Gothic" panose="020B0502020202020204" pitchFamily="34" charset="0"/>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fld id="{93DB7E74-C4BF-421C-B40C-121327DBB773}" type="slidenum">
              <a:rPr lang="en" smtClean="0"/>
              <a:pPr/>
              <a:t>‹#›</a:t>
            </a:fld>
            <a:endParaRPr lang="en"/>
          </a:p>
        </p:txBody>
      </p:sp>
    </p:spTree>
    <p:extLst>
      <p:ext uri="{BB962C8B-B14F-4D97-AF65-F5344CB8AC3E}">
        <p14:creationId xmlns:p14="http://schemas.microsoft.com/office/powerpoint/2010/main" val="1907594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2" preserve="1" userDrawn="1">
  <p:cSld name="Section Divider 4">
    <p:spTree>
      <p:nvGrpSpPr>
        <p:cNvPr id="1" name="Shape 45"/>
        <p:cNvGrpSpPr/>
        <p:nvPr/>
      </p:nvGrpSpPr>
      <p:grpSpPr>
        <a:xfrm>
          <a:off x="0" y="0"/>
          <a:ext cx="0" cy="0"/>
          <a:chOff x="0" y="0"/>
          <a:chExt cx="0" cy="0"/>
        </a:xfrm>
      </p:grpSpPr>
      <p:pic>
        <p:nvPicPr>
          <p:cNvPr id="5" name="Picture 4">
            <a:extLst>
              <a:ext uri="{FF2B5EF4-FFF2-40B4-BE49-F238E27FC236}">
                <a16:creationId xmlns:a16="http://schemas.microsoft.com/office/drawing/2014/main" id="{B9510DA0-B118-4EC9-9D5C-3899F9B34962}"/>
              </a:ext>
            </a:extLst>
          </p:cNvPr>
          <p:cNvPicPr>
            <a:picLocks noChangeAspect="1"/>
          </p:cNvPicPr>
          <p:nvPr userDrawn="1"/>
        </p:nvPicPr>
        <p:blipFill>
          <a:blip r:embed="rId2"/>
          <a:stretch>
            <a:fillRect/>
          </a:stretch>
        </p:blipFill>
        <p:spPr>
          <a:xfrm>
            <a:off x="0" y="457"/>
            <a:ext cx="9144000" cy="5142586"/>
          </a:xfrm>
          <a:prstGeom prst="rect">
            <a:avLst/>
          </a:prstGeom>
        </p:spPr>
      </p:pic>
      <p:pic>
        <p:nvPicPr>
          <p:cNvPr id="49" name="Google Shape;49;p50"/>
          <p:cNvPicPr preferRelativeResize="0"/>
          <p:nvPr/>
        </p:nvPicPr>
        <p:blipFill rotWithShape="1">
          <a:blip r:embed="rId3">
            <a:alphaModFix/>
          </a:blip>
          <a:srcRect l="148" r="139"/>
          <a:stretch/>
        </p:blipFill>
        <p:spPr>
          <a:xfrm>
            <a:off x="155683" y="4912337"/>
            <a:ext cx="958351" cy="161910"/>
          </a:xfrm>
          <a:prstGeom prst="rect">
            <a:avLst/>
          </a:prstGeom>
          <a:noFill/>
          <a:ln>
            <a:noFill/>
          </a:ln>
        </p:spPr>
      </p:pic>
      <p:pic>
        <p:nvPicPr>
          <p:cNvPr id="17" name="Google Shape;60;p56">
            <a:extLst>
              <a:ext uri="{FF2B5EF4-FFF2-40B4-BE49-F238E27FC236}">
                <a16:creationId xmlns:a16="http://schemas.microsoft.com/office/drawing/2014/main" id="{54306E5C-F827-46B9-A8F8-3724E565020C}"/>
              </a:ext>
            </a:extLst>
          </p:cNvPr>
          <p:cNvPicPr preferRelativeResize="0"/>
          <p:nvPr userDrawn="1"/>
        </p:nvPicPr>
        <p:blipFill rotWithShape="1">
          <a:blip r:embed="rId4">
            <a:alphaModFix amt="80000"/>
          </a:blip>
          <a:srcRect/>
          <a:stretch/>
        </p:blipFill>
        <p:spPr>
          <a:xfrm flipH="1">
            <a:off x="4704" y="0"/>
            <a:ext cx="9143997" cy="5143516"/>
          </a:xfrm>
          <a:prstGeom prst="rect">
            <a:avLst/>
          </a:prstGeom>
          <a:noFill/>
          <a:ln>
            <a:noFill/>
          </a:ln>
        </p:spPr>
      </p:pic>
      <p:cxnSp>
        <p:nvCxnSpPr>
          <p:cNvPr id="13" name="Google Shape;117;p49">
            <a:extLst>
              <a:ext uri="{FF2B5EF4-FFF2-40B4-BE49-F238E27FC236}">
                <a16:creationId xmlns:a16="http://schemas.microsoft.com/office/drawing/2014/main" id="{3FD35C60-CEA6-4BBD-9278-02D800C0AD37}"/>
              </a:ext>
            </a:extLst>
          </p:cNvPr>
          <p:cNvCxnSpPr>
            <a:cxnSpLocks/>
          </p:cNvCxnSpPr>
          <p:nvPr userDrawn="1"/>
        </p:nvCxnSpPr>
        <p:spPr>
          <a:xfrm>
            <a:off x="124602" y="4804913"/>
            <a:ext cx="8658063" cy="0"/>
          </a:xfrm>
          <a:prstGeom prst="straightConnector1">
            <a:avLst/>
          </a:prstGeom>
          <a:noFill/>
          <a:ln w="9525" cap="flat" cmpd="sng">
            <a:solidFill>
              <a:schemeClr val="bg1"/>
            </a:solidFill>
            <a:prstDash val="solid"/>
            <a:round/>
            <a:headEnd type="none" w="sm" len="sm"/>
            <a:tailEnd type="none" w="sm" len="sm"/>
          </a:ln>
        </p:spPr>
      </p:cxnSp>
      <p:sp>
        <p:nvSpPr>
          <p:cNvPr id="14" name="Google Shape;65;p56">
            <a:extLst>
              <a:ext uri="{FF2B5EF4-FFF2-40B4-BE49-F238E27FC236}">
                <a16:creationId xmlns:a16="http://schemas.microsoft.com/office/drawing/2014/main" id="{4D742F17-BBF1-4389-9678-CAF9BF13A422}"/>
              </a:ext>
            </a:extLst>
          </p:cNvPr>
          <p:cNvSpPr txBox="1">
            <a:spLocks noGrp="1"/>
          </p:cNvSpPr>
          <p:nvPr>
            <p:ph type="sldNum" idx="4"/>
          </p:nvPr>
        </p:nvSpPr>
        <p:spPr>
          <a:xfrm>
            <a:off x="8573178" y="460073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900" b="0" i="0" u="none" strike="noStrike" cap="none">
                <a:solidFill>
                  <a:schemeClr val="bg1"/>
                </a:solidFill>
                <a:latin typeface="Century Gothic" panose="020B0502020202020204" pitchFamily="34" charset="0"/>
                <a:ea typeface="Century Gothic" panose="020B0502020202020204" pitchFamily="34" charset="0"/>
                <a:cs typeface="Century Gothic" panose="020B0502020202020204" pitchFamily="34" charset="0"/>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fld id="{93DB7E74-C4BF-421C-B40C-121327DBB773}" type="slidenum">
              <a:rPr lang="en" smtClean="0"/>
              <a:pPr/>
              <a:t>‹#›</a:t>
            </a:fld>
            <a:endParaRPr lang="en"/>
          </a:p>
        </p:txBody>
      </p:sp>
      <p:sp>
        <p:nvSpPr>
          <p:cNvPr id="18" name="Google Shape;61;p56">
            <a:extLst>
              <a:ext uri="{FF2B5EF4-FFF2-40B4-BE49-F238E27FC236}">
                <a16:creationId xmlns:a16="http://schemas.microsoft.com/office/drawing/2014/main" id="{7565F7CF-E970-48B8-A801-B24560825D60}"/>
              </a:ext>
            </a:extLst>
          </p:cNvPr>
          <p:cNvSpPr txBox="1">
            <a:spLocks noGrp="1"/>
          </p:cNvSpPr>
          <p:nvPr>
            <p:ph type="ctrTitle"/>
          </p:nvPr>
        </p:nvSpPr>
        <p:spPr>
          <a:xfrm>
            <a:off x="1198320" y="1783575"/>
            <a:ext cx="7688100" cy="730500"/>
          </a:xfrm>
          <a:prstGeom prst="rect">
            <a:avLst/>
          </a:prstGeom>
          <a:noFill/>
          <a:ln>
            <a:noFill/>
          </a:ln>
        </p:spPr>
        <p:txBody>
          <a:bodyPr spcFirstLastPara="1" wrap="square" lIns="91425" tIns="91425" rIns="91425" bIns="91425" anchor="t" anchorCtr="0">
            <a:spAutoFit/>
          </a:bodyPr>
          <a:lstStyle>
            <a:lvl1pPr lvl="0" algn="r">
              <a:lnSpc>
                <a:spcPct val="100000"/>
              </a:lnSpc>
              <a:spcBef>
                <a:spcPts val="0"/>
              </a:spcBef>
              <a:spcAft>
                <a:spcPts val="0"/>
              </a:spcAft>
              <a:buClr>
                <a:schemeClr val="lt1"/>
              </a:buClr>
              <a:buSzPts val="3100"/>
              <a:buNone/>
              <a:defRPr sz="3100">
                <a:solidFill>
                  <a:schemeClr val="lt1"/>
                </a:solidFill>
              </a:defRPr>
            </a:lvl1pPr>
            <a:lvl2pPr lvl="1" algn="r">
              <a:lnSpc>
                <a:spcPct val="100000"/>
              </a:lnSpc>
              <a:spcBef>
                <a:spcPts val="0"/>
              </a:spcBef>
              <a:spcAft>
                <a:spcPts val="0"/>
              </a:spcAft>
              <a:buClr>
                <a:schemeClr val="lt1"/>
              </a:buClr>
              <a:buSzPts val="4200"/>
              <a:buNone/>
              <a:defRPr sz="4200">
                <a:solidFill>
                  <a:schemeClr val="lt1"/>
                </a:solidFill>
              </a:defRPr>
            </a:lvl2pPr>
            <a:lvl3pPr lvl="2" algn="r">
              <a:lnSpc>
                <a:spcPct val="100000"/>
              </a:lnSpc>
              <a:spcBef>
                <a:spcPts val="0"/>
              </a:spcBef>
              <a:spcAft>
                <a:spcPts val="0"/>
              </a:spcAft>
              <a:buClr>
                <a:schemeClr val="lt1"/>
              </a:buClr>
              <a:buSzPts val="4200"/>
              <a:buNone/>
              <a:defRPr sz="4200">
                <a:solidFill>
                  <a:schemeClr val="lt1"/>
                </a:solidFill>
              </a:defRPr>
            </a:lvl3pPr>
            <a:lvl4pPr lvl="3" algn="r">
              <a:lnSpc>
                <a:spcPct val="100000"/>
              </a:lnSpc>
              <a:spcBef>
                <a:spcPts val="0"/>
              </a:spcBef>
              <a:spcAft>
                <a:spcPts val="0"/>
              </a:spcAft>
              <a:buClr>
                <a:schemeClr val="lt1"/>
              </a:buClr>
              <a:buSzPts val="4200"/>
              <a:buNone/>
              <a:defRPr sz="4200">
                <a:solidFill>
                  <a:schemeClr val="lt1"/>
                </a:solidFill>
              </a:defRPr>
            </a:lvl4pPr>
            <a:lvl5pPr lvl="4" algn="r">
              <a:lnSpc>
                <a:spcPct val="100000"/>
              </a:lnSpc>
              <a:spcBef>
                <a:spcPts val="0"/>
              </a:spcBef>
              <a:spcAft>
                <a:spcPts val="0"/>
              </a:spcAft>
              <a:buClr>
                <a:schemeClr val="lt1"/>
              </a:buClr>
              <a:buSzPts val="4200"/>
              <a:buNone/>
              <a:defRPr sz="4200">
                <a:solidFill>
                  <a:schemeClr val="lt1"/>
                </a:solidFill>
              </a:defRPr>
            </a:lvl5pPr>
            <a:lvl6pPr lvl="5" algn="r">
              <a:lnSpc>
                <a:spcPct val="100000"/>
              </a:lnSpc>
              <a:spcBef>
                <a:spcPts val="0"/>
              </a:spcBef>
              <a:spcAft>
                <a:spcPts val="0"/>
              </a:spcAft>
              <a:buClr>
                <a:schemeClr val="lt1"/>
              </a:buClr>
              <a:buSzPts val="4200"/>
              <a:buNone/>
              <a:defRPr sz="4200">
                <a:solidFill>
                  <a:schemeClr val="lt1"/>
                </a:solidFill>
              </a:defRPr>
            </a:lvl6pPr>
            <a:lvl7pPr lvl="6" algn="r">
              <a:lnSpc>
                <a:spcPct val="100000"/>
              </a:lnSpc>
              <a:spcBef>
                <a:spcPts val="0"/>
              </a:spcBef>
              <a:spcAft>
                <a:spcPts val="0"/>
              </a:spcAft>
              <a:buClr>
                <a:schemeClr val="lt1"/>
              </a:buClr>
              <a:buSzPts val="4200"/>
              <a:buNone/>
              <a:defRPr sz="4200">
                <a:solidFill>
                  <a:schemeClr val="lt1"/>
                </a:solidFill>
              </a:defRPr>
            </a:lvl7pPr>
            <a:lvl8pPr lvl="7" algn="r">
              <a:lnSpc>
                <a:spcPct val="100000"/>
              </a:lnSpc>
              <a:spcBef>
                <a:spcPts val="0"/>
              </a:spcBef>
              <a:spcAft>
                <a:spcPts val="0"/>
              </a:spcAft>
              <a:buClr>
                <a:schemeClr val="lt1"/>
              </a:buClr>
              <a:buSzPts val="4200"/>
              <a:buNone/>
              <a:defRPr sz="4200">
                <a:solidFill>
                  <a:schemeClr val="lt1"/>
                </a:solidFill>
              </a:defRPr>
            </a:lvl8pPr>
            <a:lvl9pPr lvl="8" algn="r">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19" name="Google Shape;62;p56">
            <a:extLst>
              <a:ext uri="{FF2B5EF4-FFF2-40B4-BE49-F238E27FC236}">
                <a16:creationId xmlns:a16="http://schemas.microsoft.com/office/drawing/2014/main" id="{7D0398B8-84B2-4334-A519-307803777AB8}"/>
              </a:ext>
            </a:extLst>
          </p:cNvPr>
          <p:cNvSpPr txBox="1">
            <a:spLocks noGrp="1"/>
          </p:cNvSpPr>
          <p:nvPr>
            <p:ph type="subTitle" idx="1"/>
          </p:nvPr>
        </p:nvSpPr>
        <p:spPr>
          <a:xfrm>
            <a:off x="1198323" y="2299036"/>
            <a:ext cx="7688100" cy="541200"/>
          </a:xfrm>
          <a:prstGeom prst="rect">
            <a:avLst/>
          </a:prstGeom>
          <a:noFill/>
          <a:ln>
            <a:noFill/>
          </a:ln>
        </p:spPr>
        <p:txBody>
          <a:bodyPr spcFirstLastPara="1" wrap="square" lIns="91425" tIns="91425" rIns="91425" bIns="91425" anchor="t" anchorCtr="0">
            <a:normAutofit/>
          </a:bodyPr>
          <a:lstStyle>
            <a:lvl1pPr lvl="0" algn="r">
              <a:lnSpc>
                <a:spcPct val="100000"/>
              </a:lnSpc>
              <a:spcBef>
                <a:spcPts val="0"/>
              </a:spcBef>
              <a:spcAft>
                <a:spcPts val="0"/>
              </a:spcAft>
              <a:buClr>
                <a:schemeClr val="lt1"/>
              </a:buClr>
              <a:buSzPts val="1700"/>
              <a:buNone/>
              <a:defRPr sz="1700">
                <a:solidFill>
                  <a:schemeClr val="lt1"/>
                </a:solidFill>
              </a:defRPr>
            </a:lvl1pPr>
            <a:lvl2pPr lvl="1" algn="r">
              <a:lnSpc>
                <a:spcPct val="100000"/>
              </a:lnSpc>
              <a:spcBef>
                <a:spcPts val="0"/>
              </a:spcBef>
              <a:spcAft>
                <a:spcPts val="0"/>
              </a:spcAft>
              <a:buClr>
                <a:schemeClr val="lt1"/>
              </a:buClr>
              <a:buSzPts val="2000"/>
              <a:buNone/>
              <a:defRPr sz="2000">
                <a:solidFill>
                  <a:schemeClr val="lt1"/>
                </a:solidFill>
              </a:defRPr>
            </a:lvl2pPr>
            <a:lvl3pPr lvl="2" algn="r">
              <a:lnSpc>
                <a:spcPct val="100000"/>
              </a:lnSpc>
              <a:spcBef>
                <a:spcPts val="0"/>
              </a:spcBef>
              <a:spcAft>
                <a:spcPts val="0"/>
              </a:spcAft>
              <a:buClr>
                <a:schemeClr val="lt1"/>
              </a:buClr>
              <a:buSzPts val="2000"/>
              <a:buNone/>
              <a:defRPr sz="2000">
                <a:solidFill>
                  <a:schemeClr val="lt1"/>
                </a:solidFill>
              </a:defRPr>
            </a:lvl3pPr>
            <a:lvl4pPr lvl="3" algn="r">
              <a:lnSpc>
                <a:spcPct val="100000"/>
              </a:lnSpc>
              <a:spcBef>
                <a:spcPts val="0"/>
              </a:spcBef>
              <a:spcAft>
                <a:spcPts val="0"/>
              </a:spcAft>
              <a:buClr>
                <a:schemeClr val="lt1"/>
              </a:buClr>
              <a:buSzPts val="2000"/>
              <a:buNone/>
              <a:defRPr sz="2000">
                <a:solidFill>
                  <a:schemeClr val="lt1"/>
                </a:solidFill>
              </a:defRPr>
            </a:lvl4pPr>
            <a:lvl5pPr lvl="4" algn="r">
              <a:lnSpc>
                <a:spcPct val="100000"/>
              </a:lnSpc>
              <a:spcBef>
                <a:spcPts val="0"/>
              </a:spcBef>
              <a:spcAft>
                <a:spcPts val="0"/>
              </a:spcAft>
              <a:buClr>
                <a:schemeClr val="lt1"/>
              </a:buClr>
              <a:buSzPts val="2000"/>
              <a:buNone/>
              <a:defRPr sz="2000">
                <a:solidFill>
                  <a:schemeClr val="lt1"/>
                </a:solidFill>
              </a:defRPr>
            </a:lvl5pPr>
            <a:lvl6pPr lvl="5" algn="r">
              <a:lnSpc>
                <a:spcPct val="100000"/>
              </a:lnSpc>
              <a:spcBef>
                <a:spcPts val="0"/>
              </a:spcBef>
              <a:spcAft>
                <a:spcPts val="0"/>
              </a:spcAft>
              <a:buClr>
                <a:schemeClr val="lt1"/>
              </a:buClr>
              <a:buSzPts val="2000"/>
              <a:buNone/>
              <a:defRPr sz="2000">
                <a:solidFill>
                  <a:schemeClr val="lt1"/>
                </a:solidFill>
              </a:defRPr>
            </a:lvl6pPr>
            <a:lvl7pPr lvl="6" algn="r">
              <a:lnSpc>
                <a:spcPct val="100000"/>
              </a:lnSpc>
              <a:spcBef>
                <a:spcPts val="0"/>
              </a:spcBef>
              <a:spcAft>
                <a:spcPts val="0"/>
              </a:spcAft>
              <a:buClr>
                <a:schemeClr val="lt1"/>
              </a:buClr>
              <a:buSzPts val="2000"/>
              <a:buNone/>
              <a:defRPr sz="2000">
                <a:solidFill>
                  <a:schemeClr val="lt1"/>
                </a:solidFill>
              </a:defRPr>
            </a:lvl7pPr>
            <a:lvl8pPr lvl="7" algn="r">
              <a:lnSpc>
                <a:spcPct val="100000"/>
              </a:lnSpc>
              <a:spcBef>
                <a:spcPts val="0"/>
              </a:spcBef>
              <a:spcAft>
                <a:spcPts val="0"/>
              </a:spcAft>
              <a:buClr>
                <a:schemeClr val="lt1"/>
              </a:buClr>
              <a:buSzPts val="2000"/>
              <a:buNone/>
              <a:defRPr sz="2000">
                <a:solidFill>
                  <a:schemeClr val="lt1"/>
                </a:solidFill>
              </a:defRPr>
            </a:lvl8pPr>
            <a:lvl9pPr lvl="8" algn="r">
              <a:lnSpc>
                <a:spcPct val="100000"/>
              </a:lnSpc>
              <a:spcBef>
                <a:spcPts val="0"/>
              </a:spcBef>
              <a:spcAft>
                <a:spcPts val="0"/>
              </a:spcAft>
              <a:buClr>
                <a:schemeClr val="lt1"/>
              </a:buClr>
              <a:buSzPts val="2000"/>
              <a:buNone/>
              <a:defRPr sz="2000">
                <a:solidFill>
                  <a:schemeClr val="lt1"/>
                </a:solidFill>
              </a:defRPr>
            </a:lvl9pPr>
          </a:lstStyle>
          <a:p>
            <a:endParaRPr/>
          </a:p>
        </p:txBody>
      </p:sp>
    </p:spTree>
    <p:extLst>
      <p:ext uri="{BB962C8B-B14F-4D97-AF65-F5344CB8AC3E}">
        <p14:creationId xmlns:p14="http://schemas.microsoft.com/office/powerpoint/2010/main" val="468239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Divider_Middle" preserve="1">
  <p:cSld name="Section Divider 5">
    <p:spTree>
      <p:nvGrpSpPr>
        <p:cNvPr id="1" name="Shape 93"/>
        <p:cNvGrpSpPr/>
        <p:nvPr/>
      </p:nvGrpSpPr>
      <p:grpSpPr>
        <a:xfrm>
          <a:off x="0" y="0"/>
          <a:ext cx="0" cy="0"/>
          <a:chOff x="0" y="0"/>
          <a:chExt cx="0" cy="0"/>
        </a:xfrm>
      </p:grpSpPr>
      <p:pic>
        <p:nvPicPr>
          <p:cNvPr id="3" name="Picture 2">
            <a:extLst>
              <a:ext uri="{FF2B5EF4-FFF2-40B4-BE49-F238E27FC236}">
                <a16:creationId xmlns:a16="http://schemas.microsoft.com/office/drawing/2014/main" id="{B18F2F47-D450-4BF3-955D-3FE20DC6037D}"/>
              </a:ext>
            </a:extLst>
          </p:cNvPr>
          <p:cNvPicPr>
            <a:picLocks noChangeAspect="1"/>
          </p:cNvPicPr>
          <p:nvPr userDrawn="1"/>
        </p:nvPicPr>
        <p:blipFill>
          <a:blip r:embed="rId2"/>
          <a:stretch>
            <a:fillRect/>
          </a:stretch>
        </p:blipFill>
        <p:spPr>
          <a:xfrm>
            <a:off x="0" y="457"/>
            <a:ext cx="9151800" cy="5142586"/>
          </a:xfrm>
          <a:prstGeom prst="rect">
            <a:avLst/>
          </a:prstGeom>
        </p:spPr>
      </p:pic>
      <p:sp>
        <p:nvSpPr>
          <p:cNvPr id="94" name="Google Shape;94;p57"/>
          <p:cNvSpPr/>
          <p:nvPr/>
        </p:nvSpPr>
        <p:spPr>
          <a:xfrm rot="5400000" flipH="1">
            <a:off x="3488825" y="-2208450"/>
            <a:ext cx="2174400" cy="9151800"/>
          </a:xfrm>
          <a:prstGeom prst="parallelogram">
            <a:avLst>
              <a:gd name="adj" fmla="val 25000"/>
            </a:avLst>
          </a:prstGeom>
          <a:solidFill>
            <a:srgbClr val="303030">
              <a:alpha val="6901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57"/>
          <p:cNvSpPr txBox="1">
            <a:spLocks noGrp="1"/>
          </p:cNvSpPr>
          <p:nvPr>
            <p:ph type="ctrTitle"/>
          </p:nvPr>
        </p:nvSpPr>
        <p:spPr>
          <a:xfrm>
            <a:off x="727945" y="1904253"/>
            <a:ext cx="7688100" cy="730500"/>
          </a:xfrm>
          <a:prstGeom prst="rect">
            <a:avLst/>
          </a:prstGeom>
          <a:noFill/>
          <a:ln>
            <a:noFill/>
          </a:ln>
        </p:spPr>
        <p:txBody>
          <a:bodyPr spcFirstLastPara="1" wrap="square" lIns="91425" tIns="91425" rIns="91425" bIns="91425" anchor="t" anchorCtr="0">
            <a:spAutoFit/>
          </a:bodyPr>
          <a:lstStyle>
            <a:lvl1pPr lvl="0" algn="ctr">
              <a:lnSpc>
                <a:spcPct val="100000"/>
              </a:lnSpc>
              <a:spcBef>
                <a:spcPts val="0"/>
              </a:spcBef>
              <a:spcAft>
                <a:spcPts val="0"/>
              </a:spcAft>
              <a:buClr>
                <a:schemeClr val="lt1"/>
              </a:buClr>
              <a:buSzPts val="3100"/>
              <a:buNone/>
              <a:defRPr sz="3100">
                <a:solidFill>
                  <a:schemeClr val="lt1"/>
                </a:solidFill>
              </a:defRPr>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96" name="Google Shape;96;p57"/>
          <p:cNvSpPr txBox="1">
            <a:spLocks noGrp="1"/>
          </p:cNvSpPr>
          <p:nvPr>
            <p:ph type="subTitle" idx="1"/>
          </p:nvPr>
        </p:nvSpPr>
        <p:spPr>
          <a:xfrm>
            <a:off x="727948" y="2419713"/>
            <a:ext cx="7688100" cy="5412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700"/>
              <a:buNone/>
              <a:defRPr sz="1700">
                <a:solidFill>
                  <a:schemeClr val="lt1"/>
                </a:solidFill>
              </a:defRPr>
            </a:lvl1pPr>
            <a:lvl2pPr lvl="1" algn="l">
              <a:lnSpc>
                <a:spcPct val="100000"/>
              </a:lnSpc>
              <a:spcBef>
                <a:spcPts val="0"/>
              </a:spcBef>
              <a:spcAft>
                <a:spcPts val="0"/>
              </a:spcAft>
              <a:buClr>
                <a:schemeClr val="lt1"/>
              </a:buClr>
              <a:buSzPts val="2000"/>
              <a:buNone/>
              <a:defRPr sz="2000">
                <a:solidFill>
                  <a:schemeClr val="lt1"/>
                </a:solidFill>
              </a:defRPr>
            </a:lvl2pPr>
            <a:lvl3pPr lvl="2" algn="l">
              <a:lnSpc>
                <a:spcPct val="100000"/>
              </a:lnSpc>
              <a:spcBef>
                <a:spcPts val="0"/>
              </a:spcBef>
              <a:spcAft>
                <a:spcPts val="0"/>
              </a:spcAft>
              <a:buClr>
                <a:schemeClr val="lt1"/>
              </a:buClr>
              <a:buSzPts val="2000"/>
              <a:buNone/>
              <a:defRPr sz="2000">
                <a:solidFill>
                  <a:schemeClr val="lt1"/>
                </a:solidFill>
              </a:defRPr>
            </a:lvl3pPr>
            <a:lvl4pPr lvl="3" algn="l">
              <a:lnSpc>
                <a:spcPct val="100000"/>
              </a:lnSpc>
              <a:spcBef>
                <a:spcPts val="0"/>
              </a:spcBef>
              <a:spcAft>
                <a:spcPts val="0"/>
              </a:spcAft>
              <a:buClr>
                <a:schemeClr val="lt1"/>
              </a:buClr>
              <a:buSzPts val="2000"/>
              <a:buNone/>
              <a:defRPr sz="2000">
                <a:solidFill>
                  <a:schemeClr val="lt1"/>
                </a:solidFill>
              </a:defRPr>
            </a:lvl4pPr>
            <a:lvl5pPr lvl="4" algn="l">
              <a:lnSpc>
                <a:spcPct val="100000"/>
              </a:lnSpc>
              <a:spcBef>
                <a:spcPts val="0"/>
              </a:spcBef>
              <a:spcAft>
                <a:spcPts val="0"/>
              </a:spcAft>
              <a:buClr>
                <a:schemeClr val="lt1"/>
              </a:buClr>
              <a:buSzPts val="2000"/>
              <a:buNone/>
              <a:defRPr sz="2000">
                <a:solidFill>
                  <a:schemeClr val="lt1"/>
                </a:solidFill>
              </a:defRPr>
            </a:lvl5pPr>
            <a:lvl6pPr lvl="5" algn="l">
              <a:lnSpc>
                <a:spcPct val="100000"/>
              </a:lnSpc>
              <a:spcBef>
                <a:spcPts val="0"/>
              </a:spcBef>
              <a:spcAft>
                <a:spcPts val="0"/>
              </a:spcAft>
              <a:buClr>
                <a:schemeClr val="lt1"/>
              </a:buClr>
              <a:buSzPts val="2000"/>
              <a:buNone/>
              <a:defRPr sz="2000">
                <a:solidFill>
                  <a:schemeClr val="lt1"/>
                </a:solidFill>
              </a:defRPr>
            </a:lvl6pPr>
            <a:lvl7pPr lvl="6" algn="l">
              <a:lnSpc>
                <a:spcPct val="100000"/>
              </a:lnSpc>
              <a:spcBef>
                <a:spcPts val="0"/>
              </a:spcBef>
              <a:spcAft>
                <a:spcPts val="0"/>
              </a:spcAft>
              <a:buClr>
                <a:schemeClr val="lt1"/>
              </a:buClr>
              <a:buSzPts val="2000"/>
              <a:buNone/>
              <a:defRPr sz="2000">
                <a:solidFill>
                  <a:schemeClr val="lt1"/>
                </a:solidFill>
              </a:defRPr>
            </a:lvl7pPr>
            <a:lvl8pPr lvl="7" algn="l">
              <a:lnSpc>
                <a:spcPct val="100000"/>
              </a:lnSpc>
              <a:spcBef>
                <a:spcPts val="0"/>
              </a:spcBef>
              <a:spcAft>
                <a:spcPts val="0"/>
              </a:spcAft>
              <a:buClr>
                <a:schemeClr val="lt1"/>
              </a:buClr>
              <a:buSzPts val="2000"/>
              <a:buNone/>
              <a:defRPr sz="2000">
                <a:solidFill>
                  <a:schemeClr val="lt1"/>
                </a:solidFill>
              </a:defRPr>
            </a:lvl8pPr>
            <a:lvl9pPr lvl="8" algn="l">
              <a:lnSpc>
                <a:spcPct val="100000"/>
              </a:lnSpc>
              <a:spcBef>
                <a:spcPts val="0"/>
              </a:spcBef>
              <a:spcAft>
                <a:spcPts val="0"/>
              </a:spcAft>
              <a:buClr>
                <a:schemeClr val="lt1"/>
              </a:buClr>
              <a:buSzPts val="2000"/>
              <a:buNone/>
              <a:defRPr sz="2000">
                <a:solidFill>
                  <a:schemeClr val="lt1"/>
                </a:solidFill>
              </a:defRPr>
            </a:lvl9pPr>
          </a:lstStyle>
          <a:p>
            <a:endParaRPr/>
          </a:p>
        </p:txBody>
      </p:sp>
      <p:pic>
        <p:nvPicPr>
          <p:cNvPr id="97" name="Google Shape;97;p57"/>
          <p:cNvPicPr preferRelativeResize="0"/>
          <p:nvPr/>
        </p:nvPicPr>
        <p:blipFill rotWithShape="1">
          <a:blip r:embed="rId3">
            <a:alphaModFix/>
          </a:blip>
          <a:srcRect l="149" r="139"/>
          <a:stretch/>
        </p:blipFill>
        <p:spPr>
          <a:xfrm>
            <a:off x="155683" y="4912337"/>
            <a:ext cx="958351" cy="161910"/>
          </a:xfrm>
          <a:prstGeom prst="rect">
            <a:avLst/>
          </a:prstGeom>
          <a:noFill/>
          <a:ln>
            <a:noFill/>
          </a:ln>
        </p:spPr>
      </p:pic>
      <p:cxnSp>
        <p:nvCxnSpPr>
          <p:cNvPr id="12" name="Google Shape;117;p49">
            <a:extLst>
              <a:ext uri="{FF2B5EF4-FFF2-40B4-BE49-F238E27FC236}">
                <a16:creationId xmlns:a16="http://schemas.microsoft.com/office/drawing/2014/main" id="{A58779A4-D51D-49A6-9BD5-1A37A3D7A708}"/>
              </a:ext>
            </a:extLst>
          </p:cNvPr>
          <p:cNvCxnSpPr>
            <a:cxnSpLocks/>
          </p:cNvCxnSpPr>
          <p:nvPr userDrawn="1"/>
        </p:nvCxnSpPr>
        <p:spPr>
          <a:xfrm>
            <a:off x="124602" y="4804913"/>
            <a:ext cx="8658063" cy="0"/>
          </a:xfrm>
          <a:prstGeom prst="straightConnector1">
            <a:avLst/>
          </a:prstGeom>
          <a:noFill/>
          <a:ln w="9525" cap="flat" cmpd="sng">
            <a:solidFill>
              <a:schemeClr val="bg1"/>
            </a:solidFill>
            <a:prstDash val="solid"/>
            <a:round/>
            <a:headEnd type="none" w="sm" len="sm"/>
            <a:tailEnd type="none" w="sm" len="sm"/>
          </a:ln>
        </p:spPr>
      </p:cxnSp>
      <p:sp>
        <p:nvSpPr>
          <p:cNvPr id="13" name="Google Shape;65;p56">
            <a:extLst>
              <a:ext uri="{FF2B5EF4-FFF2-40B4-BE49-F238E27FC236}">
                <a16:creationId xmlns:a16="http://schemas.microsoft.com/office/drawing/2014/main" id="{6820B578-2C97-47A1-BD45-99CE2B13DECA}"/>
              </a:ext>
            </a:extLst>
          </p:cNvPr>
          <p:cNvSpPr txBox="1">
            <a:spLocks noGrp="1"/>
          </p:cNvSpPr>
          <p:nvPr>
            <p:ph type="sldNum" idx="4"/>
          </p:nvPr>
        </p:nvSpPr>
        <p:spPr>
          <a:xfrm>
            <a:off x="8573178" y="460073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900" b="0" i="0" u="none" strike="noStrike" cap="none">
                <a:solidFill>
                  <a:schemeClr val="bg1"/>
                </a:solidFill>
                <a:latin typeface="Century Gothic" panose="020B0502020202020204" pitchFamily="34" charset="0"/>
                <a:ea typeface="Century Gothic" panose="020B0502020202020204" pitchFamily="34" charset="0"/>
                <a:cs typeface="Century Gothic" panose="020B0502020202020204" pitchFamily="34" charset="0"/>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fld id="{93DB7E74-C4BF-421C-B40C-121327DBB773}" type="slidenum">
              <a:rPr lang="en" smtClean="0"/>
              <a:pPr/>
              <a:t>‹#›</a:t>
            </a:fld>
            <a:endParaRPr lang="en"/>
          </a:p>
        </p:txBody>
      </p:sp>
    </p:spTree>
    <p:extLst>
      <p:ext uri="{BB962C8B-B14F-4D97-AF65-F5344CB8AC3E}">
        <p14:creationId xmlns:p14="http://schemas.microsoft.com/office/powerpoint/2010/main" val="1870185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 G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CB9247-A9A7-4108-9D86-EAF106D87BF8}"/>
              </a:ext>
            </a:extLst>
          </p:cNvPr>
          <p:cNvSpPr>
            <a:spLocks noGrp="1"/>
          </p:cNvSpPr>
          <p:nvPr>
            <p:ph type="sldNum" idx="10"/>
          </p:nvPr>
        </p:nvSpPr>
        <p:spPr/>
        <p:txBody>
          <a:bodyPr/>
          <a:lstStyle/>
          <a:p>
            <a:fld id="{93DB7E74-C4BF-421C-B40C-121327DBB773}" type="slidenum">
              <a:rPr lang="en" smtClean="0"/>
              <a:pPr/>
              <a:t>‹#›</a:t>
            </a:fld>
            <a:endParaRPr lang="en"/>
          </a:p>
        </p:txBody>
      </p:sp>
      <p:sp>
        <p:nvSpPr>
          <p:cNvPr id="4" name="Google Shape;79;p48">
            <a:extLst>
              <a:ext uri="{FF2B5EF4-FFF2-40B4-BE49-F238E27FC236}">
                <a16:creationId xmlns:a16="http://schemas.microsoft.com/office/drawing/2014/main" id="{642BE2D4-AB59-45E6-9B41-4CB3D644B2ED}"/>
              </a:ext>
            </a:extLst>
          </p:cNvPr>
          <p:cNvSpPr txBox="1">
            <a:spLocks noGrp="1"/>
          </p:cNvSpPr>
          <p:nvPr>
            <p:ph type="body" idx="1"/>
          </p:nvPr>
        </p:nvSpPr>
        <p:spPr>
          <a:xfrm>
            <a:off x="236150" y="977774"/>
            <a:ext cx="4109428" cy="3669247"/>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accent1"/>
              </a:buClr>
              <a:buSzPts val="1300"/>
              <a:buFont typeface="Lato"/>
              <a:buChar char="●"/>
              <a:defRPr sz="1300">
                <a:solidFill>
                  <a:schemeClr val="accent1"/>
                </a:solidFill>
                <a:latin typeface="Century Gothic" panose="020B0502020202020204" pitchFamily="34" charset="0"/>
                <a:ea typeface="Century Gothic" panose="020B0502020202020204" pitchFamily="34" charset="0"/>
                <a:cs typeface="Century Gothic" panose="020B0502020202020204" pitchFamily="34" charset="0"/>
                <a:sym typeface="Lato"/>
              </a:defRPr>
            </a:lvl1pPr>
          </a:lstStyle>
          <a:p>
            <a:endParaRPr/>
          </a:p>
        </p:txBody>
      </p:sp>
      <p:sp>
        <p:nvSpPr>
          <p:cNvPr id="5" name="Google Shape;79;p48">
            <a:extLst>
              <a:ext uri="{FF2B5EF4-FFF2-40B4-BE49-F238E27FC236}">
                <a16:creationId xmlns:a16="http://schemas.microsoft.com/office/drawing/2014/main" id="{7F712B26-0213-4231-89C7-AE1BDF19D789}"/>
              </a:ext>
            </a:extLst>
          </p:cNvPr>
          <p:cNvSpPr txBox="1">
            <a:spLocks noGrp="1"/>
          </p:cNvSpPr>
          <p:nvPr>
            <p:ph type="body" idx="13"/>
          </p:nvPr>
        </p:nvSpPr>
        <p:spPr>
          <a:xfrm>
            <a:off x="4798422" y="977773"/>
            <a:ext cx="4109428" cy="3669247"/>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accent1"/>
              </a:buClr>
              <a:buSzPts val="1300"/>
              <a:buFont typeface="Lato"/>
              <a:buChar char="●"/>
              <a:defRPr sz="1300">
                <a:solidFill>
                  <a:schemeClr val="accent1"/>
                </a:solidFill>
                <a:latin typeface="Century Gothic" panose="020B0502020202020204" pitchFamily="34" charset="0"/>
                <a:ea typeface="Century Gothic" panose="020B0502020202020204" pitchFamily="34" charset="0"/>
                <a:cs typeface="Century Gothic" panose="020B0502020202020204" pitchFamily="34" charset="0"/>
                <a:sym typeface="Lato"/>
              </a:defRPr>
            </a:lvl1pPr>
          </a:lstStyle>
          <a:p>
            <a:endParaRPr/>
          </a:p>
        </p:txBody>
      </p:sp>
      <p:sp>
        <p:nvSpPr>
          <p:cNvPr id="6" name="Google Shape;78;p48">
            <a:extLst>
              <a:ext uri="{FF2B5EF4-FFF2-40B4-BE49-F238E27FC236}">
                <a16:creationId xmlns:a16="http://schemas.microsoft.com/office/drawing/2014/main" id="{E594A78A-5250-F126-524E-3EEBA6F244AA}"/>
              </a:ext>
            </a:extLst>
          </p:cNvPr>
          <p:cNvSpPr txBox="1">
            <a:spLocks noGrp="1"/>
          </p:cNvSpPr>
          <p:nvPr>
            <p:ph type="title"/>
          </p:nvPr>
        </p:nvSpPr>
        <p:spPr>
          <a:xfrm>
            <a:off x="236150" y="350975"/>
            <a:ext cx="8681426" cy="538579"/>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Clr>
                <a:srgbClr val="6B2E67"/>
              </a:buClr>
              <a:buSzPts val="2500"/>
              <a:buNone/>
              <a:defRPr sz="2300">
                <a:solidFill>
                  <a:srgbClr val="6B2E67"/>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Tree>
    <p:extLst>
      <p:ext uri="{BB962C8B-B14F-4D97-AF65-F5344CB8AC3E}">
        <p14:creationId xmlns:p14="http://schemas.microsoft.com/office/powerpoint/2010/main" val="3476089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G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82DD42E-97A1-4C44-AB2D-0CD9E7DDF0DD}"/>
              </a:ext>
            </a:extLst>
          </p:cNvPr>
          <p:cNvSpPr>
            <a:spLocks noGrp="1"/>
          </p:cNvSpPr>
          <p:nvPr>
            <p:ph type="sldNum" idx="10"/>
          </p:nvPr>
        </p:nvSpPr>
        <p:spPr/>
        <p:txBody>
          <a:bodyPr/>
          <a:lstStyle/>
          <a:p>
            <a:fld id="{93DB7E74-C4BF-421C-B40C-121327DBB773}" type="slidenum">
              <a:rPr lang="en" smtClean="0"/>
              <a:pPr/>
              <a:t>‹#›</a:t>
            </a:fld>
            <a:endParaRPr lang="en"/>
          </a:p>
        </p:txBody>
      </p:sp>
      <p:sp>
        <p:nvSpPr>
          <p:cNvPr id="4" name="Google Shape;78;p48">
            <a:extLst>
              <a:ext uri="{FF2B5EF4-FFF2-40B4-BE49-F238E27FC236}">
                <a16:creationId xmlns:a16="http://schemas.microsoft.com/office/drawing/2014/main" id="{A0A9B73E-65FE-4B3A-8F3B-8C02C9C6874C}"/>
              </a:ext>
            </a:extLst>
          </p:cNvPr>
          <p:cNvSpPr txBox="1">
            <a:spLocks noGrp="1"/>
          </p:cNvSpPr>
          <p:nvPr>
            <p:ph type="title"/>
          </p:nvPr>
        </p:nvSpPr>
        <p:spPr>
          <a:xfrm>
            <a:off x="236150" y="350975"/>
            <a:ext cx="8681426" cy="538579"/>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Clr>
                <a:srgbClr val="6B2E67"/>
              </a:buClr>
              <a:buSzPts val="2500"/>
              <a:buNone/>
              <a:defRPr sz="2300">
                <a:solidFill>
                  <a:srgbClr val="6B2E67"/>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5" name="Google Shape;79;p48">
            <a:extLst>
              <a:ext uri="{FF2B5EF4-FFF2-40B4-BE49-F238E27FC236}">
                <a16:creationId xmlns:a16="http://schemas.microsoft.com/office/drawing/2014/main" id="{6A43F73D-8724-420A-AB46-9383A24D183D}"/>
              </a:ext>
            </a:extLst>
          </p:cNvPr>
          <p:cNvSpPr txBox="1">
            <a:spLocks noGrp="1"/>
          </p:cNvSpPr>
          <p:nvPr>
            <p:ph type="body" idx="1"/>
          </p:nvPr>
        </p:nvSpPr>
        <p:spPr>
          <a:xfrm>
            <a:off x="236149" y="977774"/>
            <a:ext cx="8681427" cy="3669247"/>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accent1"/>
              </a:buClr>
              <a:buSzPts val="1300"/>
              <a:buFont typeface="Lato"/>
              <a:buChar char="●"/>
              <a:defRPr sz="1300">
                <a:solidFill>
                  <a:schemeClr val="accent1"/>
                </a:solidFill>
                <a:latin typeface="Century Gothic" panose="020B0502020202020204" pitchFamily="34" charset="0"/>
                <a:ea typeface="Century Gothic" panose="020B0502020202020204" pitchFamily="34" charset="0"/>
                <a:cs typeface="Century Gothic" panose="020B0502020202020204" pitchFamily="34" charset="0"/>
                <a:sym typeface="Lato"/>
              </a:defRPr>
            </a:lvl1pPr>
          </a:lstStyle>
          <a:p>
            <a:endParaRPr/>
          </a:p>
        </p:txBody>
      </p:sp>
    </p:spTree>
    <p:extLst>
      <p:ext uri="{BB962C8B-B14F-4D97-AF65-F5344CB8AC3E}">
        <p14:creationId xmlns:p14="http://schemas.microsoft.com/office/powerpoint/2010/main" val="3387842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G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955E4BD-B45B-43F8-8021-60FB410DB834}"/>
              </a:ext>
            </a:extLst>
          </p:cNvPr>
          <p:cNvSpPr>
            <a:spLocks noGrp="1"/>
          </p:cNvSpPr>
          <p:nvPr>
            <p:ph type="sldNum" idx="10"/>
          </p:nvPr>
        </p:nvSpPr>
        <p:spPr/>
        <p:txBody>
          <a:bodyPr/>
          <a:lstStyle/>
          <a:p>
            <a:fld id="{93DB7E74-C4BF-421C-B40C-121327DBB773}" type="slidenum">
              <a:rPr lang="en" smtClean="0"/>
              <a:pPr/>
              <a:t>‹#›</a:t>
            </a:fld>
            <a:endParaRPr lang="en"/>
          </a:p>
        </p:txBody>
      </p:sp>
      <p:sp>
        <p:nvSpPr>
          <p:cNvPr id="4" name="Google Shape;78;p48">
            <a:extLst>
              <a:ext uri="{FF2B5EF4-FFF2-40B4-BE49-F238E27FC236}">
                <a16:creationId xmlns:a16="http://schemas.microsoft.com/office/drawing/2014/main" id="{C00A36FC-A38C-804F-52F6-8E5DFBBD37BB}"/>
              </a:ext>
            </a:extLst>
          </p:cNvPr>
          <p:cNvSpPr txBox="1">
            <a:spLocks noGrp="1"/>
          </p:cNvSpPr>
          <p:nvPr>
            <p:ph type="title"/>
          </p:nvPr>
        </p:nvSpPr>
        <p:spPr>
          <a:xfrm>
            <a:off x="236150" y="350975"/>
            <a:ext cx="8681426" cy="538579"/>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Clr>
                <a:srgbClr val="6B2E67"/>
              </a:buClr>
              <a:buSzPts val="2500"/>
              <a:buNone/>
              <a:defRPr sz="2300">
                <a:solidFill>
                  <a:srgbClr val="6B2E67"/>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Tree>
    <p:extLst>
      <p:ext uri="{BB962C8B-B14F-4D97-AF65-F5344CB8AC3E}">
        <p14:creationId xmlns:p14="http://schemas.microsoft.com/office/powerpoint/2010/main" val="2537240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P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9D232AC-FAA1-42F1-AF48-E9577EC30481}"/>
              </a:ext>
            </a:extLst>
          </p:cNvPr>
          <p:cNvSpPr>
            <a:spLocks noGrp="1"/>
          </p:cNvSpPr>
          <p:nvPr>
            <p:ph type="sldNum" idx="10"/>
          </p:nvPr>
        </p:nvSpPr>
        <p:spPr/>
        <p:txBody>
          <a:bodyPr/>
          <a:lstStyle/>
          <a:p>
            <a:fld id="{93DB7E74-C4BF-421C-B40C-121327DBB773}" type="slidenum">
              <a:rPr lang="en" smtClean="0"/>
              <a:pPr/>
              <a:t>‹#›</a:t>
            </a:fld>
            <a:endParaRPr lang="en"/>
          </a:p>
        </p:txBody>
      </p:sp>
      <p:sp>
        <p:nvSpPr>
          <p:cNvPr id="4" name="Google Shape;79;p48">
            <a:extLst>
              <a:ext uri="{FF2B5EF4-FFF2-40B4-BE49-F238E27FC236}">
                <a16:creationId xmlns:a16="http://schemas.microsoft.com/office/drawing/2014/main" id="{A137F573-3970-4ADD-9F51-044E761C4194}"/>
              </a:ext>
            </a:extLst>
          </p:cNvPr>
          <p:cNvSpPr txBox="1">
            <a:spLocks noGrp="1"/>
          </p:cNvSpPr>
          <p:nvPr>
            <p:ph type="body" idx="1"/>
          </p:nvPr>
        </p:nvSpPr>
        <p:spPr>
          <a:xfrm>
            <a:off x="236150" y="977774"/>
            <a:ext cx="4109428" cy="3669247"/>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accent1"/>
              </a:buClr>
              <a:buSzPts val="1300"/>
              <a:buFont typeface="Lato"/>
              <a:buChar char="●"/>
              <a:defRPr sz="1300">
                <a:solidFill>
                  <a:schemeClr val="accent1"/>
                </a:solidFill>
                <a:latin typeface="Century Gothic" panose="020B0502020202020204" pitchFamily="34" charset="0"/>
                <a:ea typeface="Century Gothic" panose="020B0502020202020204" pitchFamily="34" charset="0"/>
                <a:cs typeface="Century Gothic" panose="020B0502020202020204" pitchFamily="34" charset="0"/>
                <a:sym typeface="Lato"/>
              </a:defRPr>
            </a:lvl1pPr>
          </a:lstStyle>
          <a:p>
            <a:endParaRPr/>
          </a:p>
        </p:txBody>
      </p:sp>
      <p:sp>
        <p:nvSpPr>
          <p:cNvPr id="5" name="Google Shape;79;p48">
            <a:extLst>
              <a:ext uri="{FF2B5EF4-FFF2-40B4-BE49-F238E27FC236}">
                <a16:creationId xmlns:a16="http://schemas.microsoft.com/office/drawing/2014/main" id="{C8109176-FD84-4C2F-975A-1E7E64F3615E}"/>
              </a:ext>
            </a:extLst>
          </p:cNvPr>
          <p:cNvSpPr txBox="1">
            <a:spLocks noGrp="1"/>
          </p:cNvSpPr>
          <p:nvPr>
            <p:ph type="body" idx="13"/>
          </p:nvPr>
        </p:nvSpPr>
        <p:spPr>
          <a:xfrm>
            <a:off x="4798422" y="977773"/>
            <a:ext cx="4109428" cy="3669247"/>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accent1"/>
              </a:buClr>
              <a:buSzPts val="1300"/>
              <a:buFont typeface="Lato"/>
              <a:buChar char="●"/>
              <a:defRPr sz="1300">
                <a:solidFill>
                  <a:schemeClr val="accent1"/>
                </a:solidFill>
                <a:latin typeface="Century Gothic" panose="020B0502020202020204" pitchFamily="34" charset="0"/>
                <a:ea typeface="Century Gothic" panose="020B0502020202020204" pitchFamily="34" charset="0"/>
                <a:cs typeface="Century Gothic" panose="020B0502020202020204" pitchFamily="34" charset="0"/>
                <a:sym typeface="Lato"/>
              </a:defRPr>
            </a:lvl1pPr>
          </a:lstStyle>
          <a:p>
            <a:endParaRPr/>
          </a:p>
        </p:txBody>
      </p:sp>
      <p:sp>
        <p:nvSpPr>
          <p:cNvPr id="6" name="Google Shape;78;p48">
            <a:extLst>
              <a:ext uri="{FF2B5EF4-FFF2-40B4-BE49-F238E27FC236}">
                <a16:creationId xmlns:a16="http://schemas.microsoft.com/office/drawing/2014/main" id="{1950DFC0-CB63-8BAB-3659-CD6F7FBE2606}"/>
              </a:ext>
            </a:extLst>
          </p:cNvPr>
          <p:cNvSpPr txBox="1">
            <a:spLocks noGrp="1"/>
          </p:cNvSpPr>
          <p:nvPr>
            <p:ph type="title"/>
          </p:nvPr>
        </p:nvSpPr>
        <p:spPr>
          <a:xfrm>
            <a:off x="236150" y="350975"/>
            <a:ext cx="8681426" cy="538579"/>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Clr>
                <a:srgbClr val="6B2E67"/>
              </a:buClr>
              <a:buSzPts val="2500"/>
              <a:buNone/>
              <a:defRPr sz="2300">
                <a:solidFill>
                  <a:srgbClr val="6B2E67"/>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Tree>
    <p:extLst>
      <p:ext uri="{BB962C8B-B14F-4D97-AF65-F5344CB8AC3E}">
        <p14:creationId xmlns:p14="http://schemas.microsoft.com/office/powerpoint/2010/main" val="492915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P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A2B6819-EAE3-4615-AF98-47618F708877}"/>
              </a:ext>
            </a:extLst>
          </p:cNvPr>
          <p:cNvSpPr>
            <a:spLocks noGrp="1"/>
          </p:cNvSpPr>
          <p:nvPr>
            <p:ph type="sldNum" idx="10"/>
          </p:nvPr>
        </p:nvSpPr>
        <p:spPr/>
        <p:txBody>
          <a:bodyPr/>
          <a:lstStyle/>
          <a:p>
            <a:fld id="{93DB7E74-C4BF-421C-B40C-121327DBB773}" type="slidenum">
              <a:rPr lang="en" smtClean="0"/>
              <a:pPr/>
              <a:t>‹#›</a:t>
            </a:fld>
            <a:endParaRPr lang="en"/>
          </a:p>
        </p:txBody>
      </p:sp>
      <p:sp>
        <p:nvSpPr>
          <p:cNvPr id="4" name="Google Shape;78;p48">
            <a:extLst>
              <a:ext uri="{FF2B5EF4-FFF2-40B4-BE49-F238E27FC236}">
                <a16:creationId xmlns:a16="http://schemas.microsoft.com/office/drawing/2014/main" id="{07F73E7D-67DD-45F4-8ED5-75531836A1BF}"/>
              </a:ext>
            </a:extLst>
          </p:cNvPr>
          <p:cNvSpPr txBox="1">
            <a:spLocks noGrp="1"/>
          </p:cNvSpPr>
          <p:nvPr>
            <p:ph type="title"/>
          </p:nvPr>
        </p:nvSpPr>
        <p:spPr>
          <a:xfrm>
            <a:off x="236150" y="350975"/>
            <a:ext cx="8681426" cy="538579"/>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Clr>
                <a:srgbClr val="6B2E67"/>
              </a:buClr>
              <a:buSzPts val="2500"/>
              <a:buNone/>
              <a:defRPr sz="2300">
                <a:solidFill>
                  <a:srgbClr val="6B2E67"/>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5" name="Google Shape;79;p48">
            <a:extLst>
              <a:ext uri="{FF2B5EF4-FFF2-40B4-BE49-F238E27FC236}">
                <a16:creationId xmlns:a16="http://schemas.microsoft.com/office/drawing/2014/main" id="{4EC520FA-FD4C-445E-9BCD-2D2FBDC91C7D}"/>
              </a:ext>
            </a:extLst>
          </p:cNvPr>
          <p:cNvSpPr txBox="1">
            <a:spLocks noGrp="1"/>
          </p:cNvSpPr>
          <p:nvPr>
            <p:ph type="body" idx="1"/>
          </p:nvPr>
        </p:nvSpPr>
        <p:spPr>
          <a:xfrm>
            <a:off x="236149" y="977774"/>
            <a:ext cx="8681427" cy="3669247"/>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accent1"/>
              </a:buClr>
              <a:buSzPts val="1300"/>
              <a:buFont typeface="Lato"/>
              <a:buChar char="●"/>
              <a:defRPr sz="1300">
                <a:solidFill>
                  <a:schemeClr val="accent1"/>
                </a:solidFill>
                <a:latin typeface="Century Gothic" panose="020B0502020202020204" pitchFamily="34" charset="0"/>
                <a:ea typeface="Century Gothic" panose="020B0502020202020204" pitchFamily="34" charset="0"/>
                <a:cs typeface="Century Gothic" panose="020B0502020202020204" pitchFamily="34" charset="0"/>
                <a:sym typeface="Lato"/>
              </a:defRPr>
            </a:lvl1pPr>
          </a:lstStyle>
          <a:p>
            <a:endParaRPr/>
          </a:p>
        </p:txBody>
      </p:sp>
    </p:spTree>
    <p:extLst>
      <p:ext uri="{BB962C8B-B14F-4D97-AF65-F5344CB8AC3E}">
        <p14:creationId xmlns:p14="http://schemas.microsoft.com/office/powerpoint/2010/main" val="3801447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P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82A61F0-7B82-4F0A-983F-25EDA32FA5B1}"/>
              </a:ext>
            </a:extLst>
          </p:cNvPr>
          <p:cNvSpPr>
            <a:spLocks noGrp="1"/>
          </p:cNvSpPr>
          <p:nvPr>
            <p:ph type="sldNum" idx="10"/>
          </p:nvPr>
        </p:nvSpPr>
        <p:spPr/>
        <p:txBody>
          <a:bodyPr/>
          <a:lstStyle/>
          <a:p>
            <a:fld id="{93DB7E74-C4BF-421C-B40C-121327DBB773}" type="slidenum">
              <a:rPr lang="en" smtClean="0"/>
              <a:pPr/>
              <a:t>‹#›</a:t>
            </a:fld>
            <a:endParaRPr lang="en"/>
          </a:p>
        </p:txBody>
      </p:sp>
      <p:sp>
        <p:nvSpPr>
          <p:cNvPr id="4" name="Google Shape;78;p48">
            <a:extLst>
              <a:ext uri="{FF2B5EF4-FFF2-40B4-BE49-F238E27FC236}">
                <a16:creationId xmlns:a16="http://schemas.microsoft.com/office/drawing/2014/main" id="{E8642483-487F-F7F0-F7C7-F2B89BA77202}"/>
              </a:ext>
            </a:extLst>
          </p:cNvPr>
          <p:cNvSpPr txBox="1">
            <a:spLocks noGrp="1"/>
          </p:cNvSpPr>
          <p:nvPr>
            <p:ph type="title"/>
          </p:nvPr>
        </p:nvSpPr>
        <p:spPr>
          <a:xfrm>
            <a:off x="236150" y="350975"/>
            <a:ext cx="8681426" cy="538579"/>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Clr>
                <a:srgbClr val="6B2E67"/>
              </a:buClr>
              <a:buSzPts val="2500"/>
              <a:buNone/>
              <a:defRPr sz="2300">
                <a:solidFill>
                  <a:srgbClr val="6B2E67"/>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Tree>
    <p:extLst>
      <p:ext uri="{BB962C8B-B14F-4D97-AF65-F5344CB8AC3E}">
        <p14:creationId xmlns:p14="http://schemas.microsoft.com/office/powerpoint/2010/main" val="2209319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C737874-5DEC-4536-93D6-5E356057E74A}"/>
              </a:ext>
            </a:extLst>
          </p:cNvPr>
          <p:cNvSpPr>
            <a:spLocks noGrp="1"/>
          </p:cNvSpPr>
          <p:nvPr>
            <p:ph type="sldNum" idx="10"/>
          </p:nvPr>
        </p:nvSpPr>
        <p:spPr/>
        <p:txBody>
          <a:bodyPr/>
          <a:lstStyle/>
          <a:p>
            <a:fld id="{93DB7E74-C4BF-421C-B40C-121327DBB773}" type="slidenum">
              <a:rPr lang="en" smtClean="0"/>
              <a:pPr/>
              <a:t>‹#›</a:t>
            </a:fld>
            <a:endParaRPr lang="en"/>
          </a:p>
        </p:txBody>
      </p:sp>
      <p:grpSp>
        <p:nvGrpSpPr>
          <p:cNvPr id="7" name="Group 6">
            <a:extLst>
              <a:ext uri="{FF2B5EF4-FFF2-40B4-BE49-F238E27FC236}">
                <a16:creationId xmlns:a16="http://schemas.microsoft.com/office/drawing/2014/main" id="{25E0E5B0-54EA-436A-8F54-5C2674840609}"/>
              </a:ext>
            </a:extLst>
          </p:cNvPr>
          <p:cNvGrpSpPr/>
          <p:nvPr userDrawn="1"/>
        </p:nvGrpSpPr>
        <p:grpSpPr>
          <a:xfrm>
            <a:off x="0" y="0"/>
            <a:ext cx="9144000" cy="5172239"/>
            <a:chOff x="0" y="0"/>
            <a:chExt cx="9144000" cy="5172239"/>
          </a:xfrm>
        </p:grpSpPr>
        <p:pic>
          <p:nvPicPr>
            <p:cNvPr id="4" name="Google Shape;40;p59">
              <a:extLst>
                <a:ext uri="{FF2B5EF4-FFF2-40B4-BE49-F238E27FC236}">
                  <a16:creationId xmlns:a16="http://schemas.microsoft.com/office/drawing/2014/main" id="{77F68A16-3585-4B63-AD01-FA8BDDD01D22}"/>
                </a:ext>
              </a:extLst>
            </p:cNvPr>
            <p:cNvPicPr preferRelativeResize="0"/>
            <p:nvPr userDrawn="1"/>
          </p:nvPicPr>
          <p:blipFill rotWithShape="1">
            <a:blip r:embed="rId2">
              <a:alphaModFix amt="80000"/>
            </a:blip>
            <a:srcRect/>
            <a:stretch/>
          </p:blipFill>
          <p:spPr>
            <a:xfrm>
              <a:off x="0" y="0"/>
              <a:ext cx="9144000" cy="5143500"/>
            </a:xfrm>
            <a:prstGeom prst="rect">
              <a:avLst/>
            </a:prstGeom>
            <a:noFill/>
            <a:ln>
              <a:noFill/>
            </a:ln>
          </p:spPr>
        </p:pic>
        <p:sp>
          <p:nvSpPr>
            <p:cNvPr id="6" name="Google Shape;130;p58">
              <a:extLst>
                <a:ext uri="{FF2B5EF4-FFF2-40B4-BE49-F238E27FC236}">
                  <a16:creationId xmlns:a16="http://schemas.microsoft.com/office/drawing/2014/main" id="{9FB4A163-0F2B-4498-812B-9D4D6D617DDA}"/>
                </a:ext>
              </a:extLst>
            </p:cNvPr>
            <p:cNvSpPr/>
            <p:nvPr userDrawn="1"/>
          </p:nvSpPr>
          <p:spPr>
            <a:xfrm>
              <a:off x="2995749" y="4816439"/>
              <a:ext cx="4101737" cy="355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 name="Google Shape;129;p58">
            <a:extLst>
              <a:ext uri="{FF2B5EF4-FFF2-40B4-BE49-F238E27FC236}">
                <a16:creationId xmlns:a16="http://schemas.microsoft.com/office/drawing/2014/main" id="{805DD3FE-7D37-4E4C-BEDC-615FC08E7174}"/>
              </a:ext>
            </a:extLst>
          </p:cNvPr>
          <p:cNvSpPr txBox="1">
            <a:spLocks noGrp="1"/>
          </p:cNvSpPr>
          <p:nvPr>
            <p:ph type="ctrTitle" hasCustomPrompt="1"/>
          </p:nvPr>
        </p:nvSpPr>
        <p:spPr>
          <a:xfrm>
            <a:off x="472045" y="1163275"/>
            <a:ext cx="7688100" cy="661689"/>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Clr>
                <a:schemeClr val="lt1"/>
              </a:buClr>
              <a:buSzPts val="3100"/>
              <a:buNone/>
              <a:defRPr sz="31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r>
              <a:rPr lang="en-US"/>
              <a:t>“Quote”</a:t>
            </a:r>
            <a:endParaRPr/>
          </a:p>
        </p:txBody>
      </p:sp>
    </p:spTree>
    <p:extLst>
      <p:ext uri="{BB962C8B-B14F-4D97-AF65-F5344CB8AC3E}">
        <p14:creationId xmlns:p14="http://schemas.microsoft.com/office/powerpoint/2010/main" val="1119825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Divider2" preserve="1" userDrawn="1">
  <p:cSld name="End">
    <p:spTree>
      <p:nvGrpSpPr>
        <p:cNvPr id="1" name="Shape 45"/>
        <p:cNvGrpSpPr/>
        <p:nvPr/>
      </p:nvGrpSpPr>
      <p:grpSpPr>
        <a:xfrm>
          <a:off x="0" y="0"/>
          <a:ext cx="0" cy="0"/>
          <a:chOff x="0" y="0"/>
          <a:chExt cx="0" cy="0"/>
        </a:xfrm>
      </p:grpSpPr>
      <p:pic>
        <p:nvPicPr>
          <p:cNvPr id="4" name="Picture 3">
            <a:extLst>
              <a:ext uri="{FF2B5EF4-FFF2-40B4-BE49-F238E27FC236}">
                <a16:creationId xmlns:a16="http://schemas.microsoft.com/office/drawing/2014/main" id="{836380A9-E2D4-44FE-8842-857126B9F4DE}"/>
              </a:ext>
            </a:extLst>
          </p:cNvPr>
          <p:cNvPicPr>
            <a:picLocks noChangeAspect="1"/>
          </p:cNvPicPr>
          <p:nvPr userDrawn="1"/>
        </p:nvPicPr>
        <p:blipFill>
          <a:blip r:embed="rId2"/>
          <a:stretch>
            <a:fillRect/>
          </a:stretch>
        </p:blipFill>
        <p:spPr>
          <a:xfrm>
            <a:off x="0" y="-1657"/>
            <a:ext cx="9144000" cy="5142586"/>
          </a:xfrm>
          <a:prstGeom prst="rect">
            <a:avLst/>
          </a:prstGeom>
        </p:spPr>
      </p:pic>
      <p:pic>
        <p:nvPicPr>
          <p:cNvPr id="46" name="Google Shape;46;p50"/>
          <p:cNvPicPr preferRelativeResize="0"/>
          <p:nvPr userDrawn="1"/>
        </p:nvPicPr>
        <p:blipFill rotWithShape="1">
          <a:blip r:embed="rId3">
            <a:alphaModFix amt="80000"/>
          </a:blip>
          <a:srcRect t="39" b="49"/>
          <a:stretch/>
        </p:blipFill>
        <p:spPr>
          <a:xfrm>
            <a:off x="0" y="-2587"/>
            <a:ext cx="9186682" cy="5143516"/>
          </a:xfrm>
          <a:prstGeom prst="rect">
            <a:avLst/>
          </a:prstGeom>
          <a:noFill/>
          <a:ln>
            <a:noFill/>
          </a:ln>
        </p:spPr>
      </p:pic>
      <p:pic>
        <p:nvPicPr>
          <p:cNvPr id="49" name="Google Shape;49;p50"/>
          <p:cNvPicPr preferRelativeResize="0"/>
          <p:nvPr/>
        </p:nvPicPr>
        <p:blipFill rotWithShape="1">
          <a:blip r:embed="rId4">
            <a:alphaModFix/>
          </a:blip>
          <a:srcRect l="148" r="139"/>
          <a:stretch/>
        </p:blipFill>
        <p:spPr>
          <a:xfrm>
            <a:off x="155683" y="4912337"/>
            <a:ext cx="958351" cy="161910"/>
          </a:xfrm>
          <a:prstGeom prst="rect">
            <a:avLst/>
          </a:prstGeom>
          <a:noFill/>
          <a:ln>
            <a:noFill/>
          </a:ln>
        </p:spPr>
      </p:pic>
      <p:cxnSp>
        <p:nvCxnSpPr>
          <p:cNvPr id="12" name="Google Shape;117;p49">
            <a:extLst>
              <a:ext uri="{FF2B5EF4-FFF2-40B4-BE49-F238E27FC236}">
                <a16:creationId xmlns:a16="http://schemas.microsoft.com/office/drawing/2014/main" id="{7E133575-B6E5-4C46-8099-6780FECF9B14}"/>
              </a:ext>
            </a:extLst>
          </p:cNvPr>
          <p:cNvCxnSpPr>
            <a:cxnSpLocks/>
          </p:cNvCxnSpPr>
          <p:nvPr userDrawn="1"/>
        </p:nvCxnSpPr>
        <p:spPr>
          <a:xfrm>
            <a:off x="124602" y="4804913"/>
            <a:ext cx="8658063" cy="0"/>
          </a:xfrm>
          <a:prstGeom prst="straightConnector1">
            <a:avLst/>
          </a:prstGeom>
          <a:noFill/>
          <a:ln w="9525" cap="flat" cmpd="sng">
            <a:solidFill>
              <a:schemeClr val="bg1"/>
            </a:solidFill>
            <a:prstDash val="solid"/>
            <a:round/>
            <a:headEnd type="none" w="sm" len="sm"/>
            <a:tailEnd type="none" w="sm" len="sm"/>
          </a:ln>
        </p:spPr>
      </p:cxnSp>
      <p:sp>
        <p:nvSpPr>
          <p:cNvPr id="13" name="Google Shape;65;p56">
            <a:extLst>
              <a:ext uri="{FF2B5EF4-FFF2-40B4-BE49-F238E27FC236}">
                <a16:creationId xmlns:a16="http://schemas.microsoft.com/office/drawing/2014/main" id="{CE64DAD0-BA8B-4898-871A-A5C3B571DE98}"/>
              </a:ext>
            </a:extLst>
          </p:cNvPr>
          <p:cNvSpPr txBox="1">
            <a:spLocks noGrp="1"/>
          </p:cNvSpPr>
          <p:nvPr>
            <p:ph type="sldNum" idx="4"/>
          </p:nvPr>
        </p:nvSpPr>
        <p:spPr>
          <a:xfrm>
            <a:off x="8573178" y="460073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900" b="0" i="0" u="none" strike="noStrike" cap="none">
                <a:solidFill>
                  <a:schemeClr val="bg1"/>
                </a:solidFill>
                <a:latin typeface="Century Gothic" panose="020B0502020202020204" pitchFamily="34" charset="0"/>
                <a:ea typeface="Century Gothic" panose="020B0502020202020204" pitchFamily="34" charset="0"/>
                <a:cs typeface="Century Gothic" panose="020B0502020202020204" pitchFamily="34" charset="0"/>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fld id="{93DB7E74-C4BF-421C-B40C-121327DBB773}" type="slidenum">
              <a:rPr lang="en" smtClean="0"/>
              <a:pPr/>
              <a:t>‹#›</a:t>
            </a:fld>
            <a:endParaRPr lang="en"/>
          </a:p>
        </p:txBody>
      </p:sp>
      <p:pic>
        <p:nvPicPr>
          <p:cNvPr id="22" name="Google Shape;1151;p30">
            <a:extLst>
              <a:ext uri="{FF2B5EF4-FFF2-40B4-BE49-F238E27FC236}">
                <a16:creationId xmlns:a16="http://schemas.microsoft.com/office/drawing/2014/main" id="{B46E5E01-0E1D-4EEE-AD58-E5C4926EF058}"/>
              </a:ext>
            </a:extLst>
          </p:cNvPr>
          <p:cNvPicPr preferRelativeResize="0"/>
          <p:nvPr userDrawn="1"/>
        </p:nvPicPr>
        <p:blipFill rotWithShape="1">
          <a:blip r:embed="rId5">
            <a:alphaModFix/>
          </a:blip>
          <a:srcRect l="384" r="386"/>
          <a:stretch/>
        </p:blipFill>
        <p:spPr>
          <a:xfrm>
            <a:off x="732766" y="3075350"/>
            <a:ext cx="151825" cy="155450"/>
          </a:xfrm>
          <a:prstGeom prst="rect">
            <a:avLst/>
          </a:prstGeom>
          <a:noFill/>
          <a:ln>
            <a:noFill/>
          </a:ln>
        </p:spPr>
      </p:pic>
      <p:sp>
        <p:nvSpPr>
          <p:cNvPr id="2" name="TextBox 1">
            <a:extLst>
              <a:ext uri="{FF2B5EF4-FFF2-40B4-BE49-F238E27FC236}">
                <a16:creationId xmlns:a16="http://schemas.microsoft.com/office/drawing/2014/main" id="{2399F117-12A6-494E-9EC9-0691BD65D936}"/>
              </a:ext>
            </a:extLst>
          </p:cNvPr>
          <p:cNvSpPr txBox="1"/>
          <p:nvPr userDrawn="1"/>
        </p:nvSpPr>
        <p:spPr>
          <a:xfrm>
            <a:off x="634858" y="2441851"/>
            <a:ext cx="3313028" cy="584775"/>
          </a:xfrm>
          <a:prstGeom prst="rect">
            <a:avLst/>
          </a:prstGeom>
          <a:noFill/>
        </p:spPr>
        <p:txBody>
          <a:bodyPr wrap="square" rtlCol="0">
            <a:spAutoFit/>
          </a:bodyPr>
          <a:lstStyle/>
          <a:p>
            <a:r>
              <a:rPr lang="en-GB" sz="1600" b="1">
                <a:solidFill>
                  <a:schemeClr val="bg1"/>
                </a:solidFill>
                <a:latin typeface="Century Gothic" panose="020B0502020202020204" pitchFamily="34" charset="0"/>
              </a:rPr>
              <a:t>Website: www.lpstech.com</a:t>
            </a:r>
          </a:p>
          <a:p>
            <a:r>
              <a:rPr lang="en-GB" sz="1600" b="1">
                <a:solidFill>
                  <a:schemeClr val="bg1"/>
                </a:solidFill>
                <a:latin typeface="Century Gothic" panose="020B0502020202020204" pitchFamily="34" charset="0"/>
              </a:rPr>
              <a:t>Email: lpsenquiry@lpstech.com</a:t>
            </a:r>
          </a:p>
        </p:txBody>
      </p:sp>
      <p:sp>
        <p:nvSpPr>
          <p:cNvPr id="3" name="TextBox 2">
            <a:extLst>
              <a:ext uri="{FF2B5EF4-FFF2-40B4-BE49-F238E27FC236}">
                <a16:creationId xmlns:a16="http://schemas.microsoft.com/office/drawing/2014/main" id="{335C4A1A-99C7-4268-A9B8-CA34D7CDA2B8}"/>
              </a:ext>
            </a:extLst>
          </p:cNvPr>
          <p:cNvSpPr txBox="1"/>
          <p:nvPr userDrawn="1"/>
        </p:nvSpPr>
        <p:spPr>
          <a:xfrm>
            <a:off x="830449" y="3032709"/>
            <a:ext cx="383438" cy="246221"/>
          </a:xfrm>
          <a:prstGeom prst="rect">
            <a:avLst/>
          </a:prstGeom>
          <a:noFill/>
        </p:spPr>
        <p:txBody>
          <a:bodyPr wrap="none" rtlCol="0">
            <a:spAutoFit/>
          </a:bodyPr>
          <a:lstStyle/>
          <a:p>
            <a:r>
              <a:rPr lang="en-US" sz="1000">
                <a:solidFill>
                  <a:schemeClr val="bg1"/>
                </a:solidFill>
                <a:latin typeface="Century Gothic" panose="020B0502020202020204" pitchFamily="34" charset="0"/>
              </a:rPr>
              <a:t>LPS</a:t>
            </a:r>
            <a:endParaRPr lang="en-GB" sz="1000">
              <a:solidFill>
                <a:schemeClr val="bg1"/>
              </a:solidFill>
              <a:latin typeface="Century Gothic" panose="020B0502020202020204" pitchFamily="34" charset="0"/>
            </a:endParaRPr>
          </a:p>
        </p:txBody>
      </p:sp>
    </p:spTree>
    <p:extLst>
      <p:ext uri="{BB962C8B-B14F-4D97-AF65-F5344CB8AC3E}">
        <p14:creationId xmlns:p14="http://schemas.microsoft.com/office/powerpoint/2010/main" val="21693621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reserve="1">
  <p:cSld name="1_Title Slide">
    <p:bg>
      <p:bgPr>
        <a:solidFill>
          <a:schemeClr val="lt1"/>
        </a:solidFill>
        <a:effectLst/>
      </p:bgPr>
    </p:bg>
    <p:spTree>
      <p:nvGrpSpPr>
        <p:cNvPr id="1" name="Shape 12"/>
        <p:cNvGrpSpPr/>
        <p:nvPr/>
      </p:nvGrpSpPr>
      <p:grpSpPr>
        <a:xfrm>
          <a:off x="0" y="0"/>
          <a:ext cx="0" cy="0"/>
          <a:chOff x="0" y="0"/>
          <a:chExt cx="0" cy="0"/>
        </a:xfrm>
      </p:grpSpPr>
      <p:pic>
        <p:nvPicPr>
          <p:cNvPr id="13" name="Google Shape;13;p43"/>
          <p:cNvPicPr preferRelativeResize="0"/>
          <p:nvPr/>
        </p:nvPicPr>
        <p:blipFill rotWithShape="1">
          <a:blip r:embed="rId2">
            <a:alphaModFix amt="80000"/>
          </a:blip>
          <a:srcRect/>
          <a:stretch/>
        </p:blipFill>
        <p:spPr>
          <a:xfrm>
            <a:off x="-38913" y="-21887"/>
            <a:ext cx="9221827" cy="5187275"/>
          </a:xfrm>
          <a:prstGeom prst="rect">
            <a:avLst/>
          </a:prstGeom>
          <a:noFill/>
          <a:ln>
            <a:noFill/>
          </a:ln>
        </p:spPr>
      </p:pic>
      <p:sp>
        <p:nvSpPr>
          <p:cNvPr id="14" name="Google Shape;14;p43"/>
          <p:cNvSpPr txBox="1">
            <a:spLocks noGrp="1"/>
          </p:cNvSpPr>
          <p:nvPr>
            <p:ph type="ctrTitle"/>
          </p:nvPr>
        </p:nvSpPr>
        <p:spPr>
          <a:xfrm>
            <a:off x="472045" y="1959700"/>
            <a:ext cx="7688100" cy="730500"/>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Clr>
                <a:schemeClr val="lt1"/>
              </a:buClr>
              <a:buSzPts val="3100"/>
              <a:buNone/>
              <a:defRPr sz="3100">
                <a:solidFill>
                  <a:schemeClr val="lt1"/>
                </a:solidFill>
              </a:defRPr>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15" name="Google Shape;15;p43"/>
          <p:cNvSpPr txBox="1">
            <a:spLocks noGrp="1"/>
          </p:cNvSpPr>
          <p:nvPr>
            <p:ph type="subTitle" idx="1"/>
          </p:nvPr>
        </p:nvSpPr>
        <p:spPr>
          <a:xfrm>
            <a:off x="487214" y="26902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6" name="Google Shape;16;p43"/>
          <p:cNvSpPr txBox="1">
            <a:spLocks noGrp="1"/>
          </p:cNvSpPr>
          <p:nvPr>
            <p:ph type="subTitle" idx="2"/>
          </p:nvPr>
        </p:nvSpPr>
        <p:spPr>
          <a:xfrm>
            <a:off x="472048" y="1668355"/>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l">
              <a:lnSpc>
                <a:spcPct val="100000"/>
              </a:lnSpc>
              <a:spcBef>
                <a:spcPts val="0"/>
              </a:spcBef>
              <a:spcAft>
                <a:spcPts val="0"/>
              </a:spcAft>
              <a:buClr>
                <a:schemeClr val="lt1"/>
              </a:buClr>
              <a:buSzPts val="2000"/>
              <a:buNone/>
              <a:defRPr sz="2000">
                <a:solidFill>
                  <a:schemeClr val="lt1"/>
                </a:solidFill>
              </a:defRPr>
            </a:lvl2pPr>
            <a:lvl3pPr lvl="2" algn="l">
              <a:lnSpc>
                <a:spcPct val="100000"/>
              </a:lnSpc>
              <a:spcBef>
                <a:spcPts val="0"/>
              </a:spcBef>
              <a:spcAft>
                <a:spcPts val="0"/>
              </a:spcAft>
              <a:buClr>
                <a:schemeClr val="lt1"/>
              </a:buClr>
              <a:buSzPts val="2000"/>
              <a:buNone/>
              <a:defRPr sz="2000">
                <a:solidFill>
                  <a:schemeClr val="lt1"/>
                </a:solidFill>
              </a:defRPr>
            </a:lvl3pPr>
            <a:lvl4pPr lvl="3" algn="l">
              <a:lnSpc>
                <a:spcPct val="100000"/>
              </a:lnSpc>
              <a:spcBef>
                <a:spcPts val="0"/>
              </a:spcBef>
              <a:spcAft>
                <a:spcPts val="0"/>
              </a:spcAft>
              <a:buClr>
                <a:schemeClr val="lt1"/>
              </a:buClr>
              <a:buSzPts val="2000"/>
              <a:buNone/>
              <a:defRPr sz="2000">
                <a:solidFill>
                  <a:schemeClr val="lt1"/>
                </a:solidFill>
              </a:defRPr>
            </a:lvl4pPr>
            <a:lvl5pPr lvl="4" algn="l">
              <a:lnSpc>
                <a:spcPct val="100000"/>
              </a:lnSpc>
              <a:spcBef>
                <a:spcPts val="0"/>
              </a:spcBef>
              <a:spcAft>
                <a:spcPts val="0"/>
              </a:spcAft>
              <a:buClr>
                <a:schemeClr val="lt1"/>
              </a:buClr>
              <a:buSzPts val="2000"/>
              <a:buNone/>
              <a:defRPr sz="2000">
                <a:solidFill>
                  <a:schemeClr val="lt1"/>
                </a:solidFill>
              </a:defRPr>
            </a:lvl5pPr>
            <a:lvl6pPr lvl="5" algn="l">
              <a:lnSpc>
                <a:spcPct val="100000"/>
              </a:lnSpc>
              <a:spcBef>
                <a:spcPts val="0"/>
              </a:spcBef>
              <a:spcAft>
                <a:spcPts val="0"/>
              </a:spcAft>
              <a:buClr>
                <a:schemeClr val="lt1"/>
              </a:buClr>
              <a:buSzPts val="2000"/>
              <a:buNone/>
              <a:defRPr sz="2000">
                <a:solidFill>
                  <a:schemeClr val="lt1"/>
                </a:solidFill>
              </a:defRPr>
            </a:lvl6pPr>
            <a:lvl7pPr lvl="6" algn="l">
              <a:lnSpc>
                <a:spcPct val="100000"/>
              </a:lnSpc>
              <a:spcBef>
                <a:spcPts val="0"/>
              </a:spcBef>
              <a:spcAft>
                <a:spcPts val="0"/>
              </a:spcAft>
              <a:buClr>
                <a:schemeClr val="lt1"/>
              </a:buClr>
              <a:buSzPts val="2000"/>
              <a:buNone/>
              <a:defRPr sz="2000">
                <a:solidFill>
                  <a:schemeClr val="lt1"/>
                </a:solidFill>
              </a:defRPr>
            </a:lvl7pPr>
            <a:lvl8pPr lvl="7" algn="l">
              <a:lnSpc>
                <a:spcPct val="100000"/>
              </a:lnSpc>
              <a:spcBef>
                <a:spcPts val="0"/>
              </a:spcBef>
              <a:spcAft>
                <a:spcPts val="0"/>
              </a:spcAft>
              <a:buClr>
                <a:schemeClr val="lt1"/>
              </a:buClr>
              <a:buSzPts val="2000"/>
              <a:buNone/>
              <a:defRPr sz="2000">
                <a:solidFill>
                  <a:schemeClr val="lt1"/>
                </a:solidFill>
              </a:defRPr>
            </a:lvl8pPr>
            <a:lvl9pPr lvl="8" algn="l">
              <a:lnSpc>
                <a:spcPct val="100000"/>
              </a:lnSpc>
              <a:spcBef>
                <a:spcPts val="0"/>
              </a:spcBef>
              <a:spcAft>
                <a:spcPts val="0"/>
              </a:spcAft>
              <a:buClr>
                <a:schemeClr val="lt1"/>
              </a:buClr>
              <a:buSzPts val="2000"/>
              <a:buNone/>
              <a:defRPr sz="2000">
                <a:solidFill>
                  <a:schemeClr val="lt1"/>
                </a:solidFill>
              </a:defRPr>
            </a:lvl9pPr>
          </a:lstStyle>
          <a:p>
            <a:endParaRPr/>
          </a:p>
        </p:txBody>
      </p:sp>
      <p:pic>
        <p:nvPicPr>
          <p:cNvPr id="17" name="Google Shape;17;p43"/>
          <p:cNvPicPr preferRelativeResize="0"/>
          <p:nvPr/>
        </p:nvPicPr>
        <p:blipFill rotWithShape="1">
          <a:blip r:embed="rId3">
            <a:alphaModFix/>
          </a:blip>
          <a:srcRect/>
          <a:stretch/>
        </p:blipFill>
        <p:spPr>
          <a:xfrm>
            <a:off x="7940544" y="231030"/>
            <a:ext cx="958349" cy="576999"/>
          </a:xfrm>
          <a:prstGeom prst="rect">
            <a:avLst/>
          </a:prstGeom>
          <a:noFill/>
          <a:ln>
            <a:noFill/>
          </a:ln>
        </p:spPr>
      </p:pic>
    </p:spTree>
    <p:extLst>
      <p:ext uri="{BB962C8B-B14F-4D97-AF65-F5344CB8AC3E}">
        <p14:creationId xmlns:p14="http://schemas.microsoft.com/office/powerpoint/2010/main" val="6974991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MASTER">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 y="0"/>
            <a:ext cx="9143771" cy="82296"/>
          </a:xfrm>
          <a:prstGeom prst="rect">
            <a:avLst/>
          </a:prstGeom>
          <a:solidFill>
            <a:srgbClr val="19A7A0"/>
          </a:solidFill>
          <a:ln w="12700">
            <a:solidFill>
              <a:srgbClr val="19A7A0"/>
            </a:solidFill>
            <a:prstDash val="solid"/>
          </a:ln>
        </p:spPr>
      </p:sp>
      <p:sp>
        <p:nvSpPr>
          <p:cNvPr id="3" name="Text 1"/>
          <p:cNvSpPr/>
          <p:nvPr/>
        </p:nvSpPr>
        <p:spPr>
          <a:xfrm>
            <a:off x="377190" y="157734"/>
            <a:ext cx="3086100" cy="137160"/>
          </a:xfrm>
          <a:prstGeom prst="rect">
            <a:avLst/>
          </a:prstGeom>
          <a:noFill/>
          <a:ln/>
        </p:spPr>
        <p:txBody>
          <a:bodyPr wrap="square" lIns="0" tIns="0" rIns="0" bIns="0" rtlCol="0" anchor="ctr"/>
          <a:lstStyle/>
          <a:p>
            <a:pPr marL="0" indent="0">
              <a:buNone/>
            </a:pPr>
            <a:r>
              <a:rPr lang="en-US" sz="600" b="1" kern="0" spc="90">
                <a:solidFill>
                  <a:srgbClr val="607080"/>
                </a:solidFill>
                <a:latin typeface="Century Gothic" pitchFamily="34" charset="0"/>
                <a:ea typeface="Century Gothic" pitchFamily="34" charset="-122"/>
                <a:cs typeface="Century Gothic" pitchFamily="34" charset="-120"/>
              </a:rPr>
              <a:t>INVESTIGATION CASE MANAGEMENT</a:t>
            </a:r>
            <a:endParaRPr lang="en-US" sz="600"/>
          </a:p>
        </p:txBody>
      </p:sp>
      <p:sp>
        <p:nvSpPr>
          <p:cNvPr id="4" name="Text 2"/>
          <p:cNvSpPr/>
          <p:nvPr/>
        </p:nvSpPr>
        <p:spPr>
          <a:xfrm>
            <a:off x="7200900" y="4917186"/>
            <a:ext cx="1577340" cy="109728"/>
          </a:xfrm>
          <a:prstGeom prst="rect">
            <a:avLst/>
          </a:prstGeom>
          <a:noFill/>
          <a:ln/>
        </p:spPr>
        <p:txBody>
          <a:bodyPr wrap="square" lIns="0" tIns="0" rIns="0" bIns="0" rtlCol="0" anchor="ctr"/>
          <a:lstStyle/>
          <a:p>
            <a:pPr marL="0" indent="0" algn="r">
              <a:buNone/>
            </a:pPr>
            <a:r>
              <a:rPr lang="en-US" sz="525">
                <a:solidFill>
                  <a:srgbClr val="7B8794"/>
                </a:solidFill>
                <a:latin typeface="Century Gothic" pitchFamily="34" charset="0"/>
                <a:ea typeface="Century Gothic" pitchFamily="34" charset="-122"/>
                <a:cs typeface="Century Gothic" pitchFamily="34" charset="-120"/>
              </a:rPr>
              <a:t>LPS | Vendor positioning</a:t>
            </a:r>
            <a:endParaRPr lang="en-US" sz="525"/>
          </a:p>
        </p:txBody>
      </p:sp>
      <p:sp>
        <p:nvSpPr>
          <p:cNvPr id="25" name="Slide Number Placeholder 0"/>
          <p:cNvSpPr>
            <a:spLocks noGrp="1"/>
          </p:cNvSpPr>
          <p:nvPr>
            <p:ph type="sldNum" sz="quarter" idx="4294967295"/>
          </p:nvPr>
        </p:nvSpPr>
        <p:spPr>
          <a:xfrm>
            <a:off x="8860536" y="4903470"/>
            <a:ext cx="123444" cy="109728"/>
          </a:xfrm>
          <a:prstGeom prst="rect">
            <a:avLst/>
          </a:prstGeom>
          <a:extLst>
            <a:ext uri="{C572A759-6A51-4108-AA02-DFA0A04FC94B}">
              <ma14:wrappingTextBoxFlag xmlns="" xmlns:ma14="http://schemas.microsoft.com/office/mac/drawingml/2011/main" val="0"/>
            </a:ext>
          </a:extLst>
        </p:spPr>
        <p:txBody>
          <a:bodyPr/>
          <a:lstStyle>
            <a:lvl1pPr>
              <a:defRPr sz="525">
                <a:solidFill>
                  <a:srgbClr val="7B8794"/>
                </a:solidFill>
                <a:latin typeface="Century Gothic"/>
                <a:ea typeface="Century Gothic"/>
                <a:cs typeface="Century Gothic"/>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822955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pic>
        <p:nvPicPr>
          <p:cNvPr id="13" name="Google Shape;83;g2914e734ac1_3_6">
            <a:extLst>
              <a:ext uri="{FF2B5EF4-FFF2-40B4-BE49-F238E27FC236}">
                <a16:creationId xmlns:a16="http://schemas.microsoft.com/office/drawing/2014/main" id="{76021270-A81D-4487-970E-0C52D64AD907}"/>
              </a:ext>
            </a:extLst>
          </p:cNvPr>
          <p:cNvPicPr preferRelativeResize="0"/>
          <p:nvPr userDrawn="1"/>
        </p:nvPicPr>
        <p:blipFill rotWithShape="1">
          <a:blip r:embed="rId18">
            <a:alphaModFix/>
          </a:blip>
          <a:srcRect/>
          <a:stretch/>
        </p:blipFill>
        <p:spPr>
          <a:xfrm>
            <a:off x="155683" y="4912337"/>
            <a:ext cx="958351" cy="161910"/>
          </a:xfrm>
          <a:prstGeom prst="rect">
            <a:avLst/>
          </a:prstGeom>
          <a:noFill/>
          <a:ln>
            <a:noFill/>
          </a:ln>
        </p:spPr>
      </p:pic>
      <p:cxnSp>
        <p:nvCxnSpPr>
          <p:cNvPr id="14" name="Google Shape;117;p49">
            <a:extLst>
              <a:ext uri="{FF2B5EF4-FFF2-40B4-BE49-F238E27FC236}">
                <a16:creationId xmlns:a16="http://schemas.microsoft.com/office/drawing/2014/main" id="{E4F397E2-AB4A-40BF-90E5-5CA0FCC4E17F}"/>
              </a:ext>
            </a:extLst>
          </p:cNvPr>
          <p:cNvCxnSpPr>
            <a:cxnSpLocks/>
          </p:cNvCxnSpPr>
          <p:nvPr userDrawn="1"/>
        </p:nvCxnSpPr>
        <p:spPr>
          <a:xfrm>
            <a:off x="124602" y="4804913"/>
            <a:ext cx="8658063" cy="0"/>
          </a:xfrm>
          <a:prstGeom prst="straightConnector1">
            <a:avLst/>
          </a:prstGeom>
          <a:noFill/>
          <a:ln w="9525" cap="flat" cmpd="sng">
            <a:solidFill>
              <a:schemeClr val="dk2"/>
            </a:solidFill>
            <a:prstDash val="solid"/>
            <a:round/>
            <a:headEnd type="none" w="sm" len="sm"/>
            <a:tailEnd type="none" w="sm" len="sm"/>
          </a:ln>
        </p:spPr>
      </p:cxnSp>
      <p:sp>
        <p:nvSpPr>
          <p:cNvPr id="3" name="Title Placeholder 2">
            <a:extLst>
              <a:ext uri="{FF2B5EF4-FFF2-40B4-BE49-F238E27FC236}">
                <a16:creationId xmlns:a16="http://schemas.microsoft.com/office/drawing/2014/main" id="{D151C9C4-1DCB-4588-A1FE-4CF7484DA375}"/>
              </a:ext>
            </a:extLst>
          </p:cNvPr>
          <p:cNvSpPr>
            <a:spLocks noGrp="1"/>
          </p:cNvSpPr>
          <p:nvPr>
            <p:ph type="title"/>
          </p:nvPr>
        </p:nvSpPr>
        <p:spPr>
          <a:xfrm>
            <a:off x="317090" y="274639"/>
            <a:ext cx="8531942" cy="448024"/>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16" name="Google Shape;65;p56">
            <a:extLst>
              <a:ext uri="{FF2B5EF4-FFF2-40B4-BE49-F238E27FC236}">
                <a16:creationId xmlns:a16="http://schemas.microsoft.com/office/drawing/2014/main" id="{1915B012-CE08-4F08-9D2B-11BB9865AE8D}"/>
              </a:ext>
            </a:extLst>
          </p:cNvPr>
          <p:cNvSpPr txBox="1">
            <a:spLocks noGrp="1"/>
          </p:cNvSpPr>
          <p:nvPr>
            <p:ph type="sldNum" idx="4"/>
          </p:nvPr>
        </p:nvSpPr>
        <p:spPr>
          <a:xfrm>
            <a:off x="8573178" y="460073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900" b="0" i="0" u="none" strike="noStrike" cap="none">
                <a:solidFill>
                  <a:schemeClr val="bg2"/>
                </a:solidFill>
                <a:latin typeface="Century Gothic" panose="020B0502020202020204" pitchFamily="34" charset="0"/>
                <a:ea typeface="Century Gothic" panose="020B0502020202020204" pitchFamily="34" charset="0"/>
                <a:cs typeface="Century Gothic" panose="020B0502020202020204" pitchFamily="34" charset="0"/>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fld id="{93DB7E74-C4BF-421C-B40C-121327DBB773}"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15" r:id="rId1"/>
    <p:sldLayoutId id="2147483714" r:id="rId2"/>
    <p:sldLayoutId id="2147483731" r:id="rId3"/>
    <p:sldLayoutId id="2147483730" r:id="rId4"/>
    <p:sldLayoutId id="2147483716" r:id="rId5"/>
    <p:sldLayoutId id="2147483709" r:id="rId6"/>
    <p:sldLayoutId id="2147483721" r:id="rId7"/>
    <p:sldLayoutId id="2147483719" r:id="rId8"/>
    <p:sldLayoutId id="2147483720" r:id="rId9"/>
    <p:sldLayoutId id="2147483722" r:id="rId10"/>
    <p:sldLayoutId id="2147483723" r:id="rId11"/>
    <p:sldLayoutId id="2147483724" r:id="rId12"/>
    <p:sldLayoutId id="2147483727" r:id="rId13"/>
    <p:sldLayoutId id="2147483729" r:id="rId14"/>
    <p:sldLayoutId id="2147483733" r:id="rId15"/>
    <p:sldLayoutId id="2147483734" r:id="rId16"/>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300" b="1" i="0" u="none" strike="noStrike" cap="none">
          <a:solidFill>
            <a:schemeClr val="tx1"/>
          </a:solidFill>
          <a:latin typeface="Century Gothic" panose="020B0502020202020204" pitchFamily="34" charset="0"/>
          <a:ea typeface="Century Gothic" panose="020B050202020202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000" b="0" i="0" u="none" strike="noStrike" cap="none">
          <a:solidFill>
            <a:schemeClr val="bg2"/>
          </a:solidFill>
          <a:latin typeface="Century Gothic" panose="020B0502020202020204" pitchFamily="34" charset="0"/>
          <a:ea typeface="Century Gothic" panose="020B0502020202020204" pitchFamily="34" charset="0"/>
          <a:cs typeface="Arial"/>
          <a:sym typeface="Arial"/>
        </a:defRPr>
      </a:lvl1pPr>
      <a:lvl2pPr marL="342900" marR="0" lvl="1" indent="-342900" algn="l" rtl="0">
        <a:lnSpc>
          <a:spcPct val="100000"/>
        </a:lnSpc>
        <a:spcBef>
          <a:spcPts val="0"/>
        </a:spcBef>
        <a:spcAft>
          <a:spcPts val="0"/>
        </a:spcAft>
        <a:buClr>
          <a:srgbClr val="000000"/>
        </a:buClr>
        <a:buFont typeface="Arial" panose="020B0604020202020204" pitchFamily="34" charset="0"/>
        <a:buChar char="•"/>
        <a:defRPr sz="1800" b="0" i="0" u="none" strike="noStrike" cap="none">
          <a:solidFill>
            <a:schemeClr val="bg2"/>
          </a:solidFill>
          <a:latin typeface="Century Gothic" panose="020B0502020202020204" pitchFamily="34" charset="0"/>
          <a:ea typeface="Century Gothic" panose="020B0502020202020204" pitchFamily="34" charset="0"/>
          <a:cs typeface="Arial"/>
          <a:sym typeface="Arial"/>
        </a:defRPr>
      </a:lvl2pPr>
      <a:lvl3pPr marL="342900" marR="0" lvl="2" indent="-342900" algn="l" rtl="0">
        <a:lnSpc>
          <a:spcPct val="100000"/>
        </a:lnSpc>
        <a:spcBef>
          <a:spcPts val="0"/>
        </a:spcBef>
        <a:spcAft>
          <a:spcPts val="0"/>
        </a:spcAft>
        <a:buClr>
          <a:srgbClr val="000000"/>
        </a:buClr>
        <a:buFont typeface="Arial" panose="020B0604020202020204" pitchFamily="34" charset="0"/>
        <a:buChar char="•"/>
        <a:defRPr sz="1800" b="0" i="0" u="none" strike="noStrike" cap="none">
          <a:solidFill>
            <a:schemeClr val="bg2"/>
          </a:solidFill>
          <a:latin typeface="Century Gothic" panose="020B0502020202020204" pitchFamily="34" charset="0"/>
          <a:ea typeface="Century Gothic" panose="020B0502020202020204" pitchFamily="34" charset="0"/>
          <a:cs typeface="Arial"/>
          <a:sym typeface="Arial"/>
        </a:defRPr>
      </a:lvl3pPr>
      <a:lvl4pPr marL="342900" marR="0" lvl="3" indent="-342900" algn="l" rtl="0">
        <a:lnSpc>
          <a:spcPct val="100000"/>
        </a:lnSpc>
        <a:spcBef>
          <a:spcPts val="0"/>
        </a:spcBef>
        <a:spcAft>
          <a:spcPts val="0"/>
        </a:spcAft>
        <a:buClr>
          <a:srgbClr val="000000"/>
        </a:buClr>
        <a:buFont typeface="Arial" panose="020B0604020202020204" pitchFamily="34" charset="0"/>
        <a:buChar char="•"/>
        <a:defRPr sz="1800" b="0" i="0" u="none" strike="noStrike" cap="none">
          <a:solidFill>
            <a:schemeClr val="bg2"/>
          </a:solidFill>
          <a:latin typeface="Century Gothic" panose="020B0502020202020204" pitchFamily="34" charset="0"/>
          <a:ea typeface="Century Gothic" panose="020B0502020202020204" pitchFamily="34" charset="0"/>
          <a:cs typeface="Arial"/>
          <a:sym typeface="Arial"/>
        </a:defRPr>
      </a:lvl4pPr>
      <a:lvl5pPr marL="342900" marR="0" lvl="4" indent="-342900" algn="l" rtl="0">
        <a:lnSpc>
          <a:spcPct val="100000"/>
        </a:lnSpc>
        <a:spcBef>
          <a:spcPts val="0"/>
        </a:spcBef>
        <a:spcAft>
          <a:spcPts val="0"/>
        </a:spcAft>
        <a:buClr>
          <a:srgbClr val="000000"/>
        </a:buClr>
        <a:buFont typeface="Arial" panose="020B0604020202020204" pitchFamily="34" charset="0"/>
        <a:buChar char="•"/>
        <a:defRPr sz="1800" b="0" i="0" u="none" strike="noStrike" cap="none">
          <a:solidFill>
            <a:schemeClr val="bg2"/>
          </a:solidFill>
          <a:latin typeface="Century Gothic" panose="020B0502020202020204" pitchFamily="34" charset="0"/>
          <a:ea typeface="Century Gothic" panose="020B0502020202020204" pitchFamily="34" charset="0"/>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00" b="0" i="0" u="none" strike="noStrike" cap="none">
          <a:solidFill>
            <a:schemeClr val="bg2"/>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3.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hyperlink" Target="https://lenovo-my.sharepoint.com/:v:/r/personal/ekho1_lenovo_com/Documents/Recordings/Knovel%20OKIQ%20Demo%20Planning%20to%20CPIB-20261005_140431-Meeting%20Recording.mp4?d=wfc4daaf13cd94986bd250ef437bfb459&amp;csf=1&amp;web=1&amp;nav=eyJyZWZlcnJhbEluZm8iOnsicmVmZXJyYWxBcHAiOiJPbmVEcml2ZUZvckJ1c2luZXNzIiwicmVmZXJyYWxBcHBQbGF0Zm9ybSI6IldlYiIsInJlZmVycmFsTW9kZSI6InZpZXciLCJyZWZlcnJhbFZpZXciOiJNeUZpbGVzTGlua0NvcHkifX0&amp;e=G2tqcs" TargetMode="External"/><Relationship Id="rId2" Type="http://schemas.openxmlformats.org/officeDocument/2006/relationships/slideLayout" Target="../slideLayouts/slideLayout9.xml"/><Relationship Id="rId1" Type="http://schemas.openxmlformats.org/officeDocument/2006/relationships/video" Target="https://lenovo-my.sharepoint.com/:v:/r/personal/ekho1_lenovo_com/Documents/Recordings/Knovel%20OKIQ%20Demo%20Planning%20to%20CPIB-20261005_140431-Meeting%20Recording.mp4?d=wfc4daaf13cd94986bd250ef437bfb459&amp;csf=1&amp;web=1&amp;nav=eyJyZWZlcnJhbEluZm8iOnsicmVmZXJyYWxBcHAiOiJPbmVEcml2ZUZvckJ1c2luZXNzIiwicmVmZXJyYWxBcHBQbGF0Zm9ybSI6IldlYiIsInJlZmVycmFsTW9kZSI6InZpZXciLCJyZWZlcnJhbFZpZXciOiJNeUZpbGVzTGlua0NvcHkifX0&amp;e=G2tqcs" TargetMode="External"/><Relationship Id="rId4" Type="http://schemas.openxmlformats.org/officeDocument/2006/relationships/image" Target="../media/image24.jpe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146D8-0AC4-D3A5-C8F8-8D1F10E766B6}"/>
              </a:ext>
            </a:extLst>
          </p:cNvPr>
          <p:cNvSpPr>
            <a:spLocks noGrp="1"/>
          </p:cNvSpPr>
          <p:nvPr>
            <p:ph type="ctrTitle"/>
          </p:nvPr>
        </p:nvSpPr>
        <p:spPr>
          <a:xfrm>
            <a:off x="1198320" y="1516284"/>
            <a:ext cx="7688100" cy="997791"/>
          </a:xfrm>
        </p:spPr>
        <p:txBody>
          <a:bodyPr/>
          <a:lstStyle/>
          <a:p>
            <a:r>
              <a:rPr lang="en-US" sz="2600"/>
              <a:t>Investigator
Co-Pilot</a:t>
            </a:r>
          </a:p>
        </p:txBody>
      </p:sp>
      <p:sp>
        <p:nvSpPr>
          <p:cNvPr id="3" name="Subtitle 2">
            <a:extLst>
              <a:ext uri="{FF2B5EF4-FFF2-40B4-BE49-F238E27FC236}">
                <a16:creationId xmlns:a16="http://schemas.microsoft.com/office/drawing/2014/main" id="{A20DF26E-03AB-8F2A-6E22-046830DAD160}"/>
              </a:ext>
            </a:extLst>
          </p:cNvPr>
          <p:cNvSpPr>
            <a:spLocks noGrp="1"/>
          </p:cNvSpPr>
          <p:nvPr>
            <p:ph type="subTitle" idx="1"/>
          </p:nvPr>
        </p:nvSpPr>
        <p:spPr/>
        <p:txBody>
          <a:bodyPr>
            <a:noAutofit/>
          </a:bodyPr>
          <a:lstStyle/>
          <a:p>
            <a:r>
              <a:rPr lang="en-US" sz="1400"/>
              <a:t>From raw evidence to verified case intelligence</a:t>
            </a:r>
          </a:p>
        </p:txBody>
      </p:sp>
      <p:sp>
        <p:nvSpPr>
          <p:cNvPr id="4" name="Subtitle 3">
            <a:extLst>
              <a:ext uri="{FF2B5EF4-FFF2-40B4-BE49-F238E27FC236}">
                <a16:creationId xmlns:a16="http://schemas.microsoft.com/office/drawing/2014/main" id="{D6C859E0-BFCD-A88D-15F7-566B0C12FA7C}"/>
              </a:ext>
            </a:extLst>
          </p:cNvPr>
          <p:cNvSpPr>
            <a:spLocks noGrp="1"/>
          </p:cNvSpPr>
          <p:nvPr>
            <p:ph type="subTitle" idx="4294967295"/>
          </p:nvPr>
        </p:nvSpPr>
        <p:spPr>
          <a:xfrm>
            <a:off x="6684380" y="4230547"/>
            <a:ext cx="2140994" cy="335728"/>
          </a:xfrm>
          <a:prstGeom prst="rect">
            <a:avLst/>
          </a:prstGeom>
        </p:spPr>
        <p:txBody>
          <a:bodyPr>
            <a:normAutofit/>
          </a:bodyPr>
          <a:lstStyle/>
          <a:p>
            <a:pPr algn="r"/>
            <a:r>
              <a:rPr lang="en-US" sz="1400">
                <a:solidFill>
                  <a:schemeClr val="bg1"/>
                </a:solidFill>
              </a:rPr>
              <a:t>CPIB  |  Oct 2026</a:t>
            </a:r>
          </a:p>
        </p:txBody>
      </p:sp>
    </p:spTree>
    <p:extLst>
      <p:ext uri="{BB962C8B-B14F-4D97-AF65-F5344CB8AC3E}">
        <p14:creationId xmlns:p14="http://schemas.microsoft.com/office/powerpoint/2010/main" val="4040788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3935D6-CD35-B029-B654-3CD48620D111}"/>
              </a:ext>
            </a:extLst>
          </p:cNvPr>
          <p:cNvSpPr>
            <a:spLocks noGrp="1"/>
          </p:cNvSpPr>
          <p:nvPr>
            <p:ph type="sldNum" idx="10"/>
          </p:nvPr>
        </p:nvSpPr>
        <p:spPr/>
        <p:txBody>
          <a:bodyPr/>
          <a:lstStyle/>
          <a:p>
            <a:fld id="{93DB7E74-C4BF-421C-B40C-121327DBB773}" type="slidenum">
              <a:rPr lang="en" smtClean="0"/>
              <a:pPr/>
              <a:t>2</a:t>
            </a:fld>
            <a:endParaRPr lang="en"/>
          </a:p>
        </p:txBody>
      </p:sp>
      <p:sp>
        <p:nvSpPr>
          <p:cNvPr id="3" name="Title 2">
            <a:extLst>
              <a:ext uri="{FF2B5EF4-FFF2-40B4-BE49-F238E27FC236}">
                <a16:creationId xmlns:a16="http://schemas.microsoft.com/office/drawing/2014/main" id="{AA330290-665D-77EE-47C6-8D9165C40CF8}"/>
              </a:ext>
            </a:extLst>
          </p:cNvPr>
          <p:cNvSpPr>
            <a:spLocks noGrp="1"/>
          </p:cNvSpPr>
          <p:nvPr>
            <p:ph type="title"/>
          </p:nvPr>
        </p:nvSpPr>
        <p:spPr>
          <a:xfrm>
            <a:off x="162881" y="592763"/>
            <a:ext cx="8681426" cy="430857"/>
          </a:xfrm>
        </p:spPr>
        <p:txBody>
          <a:bodyPr/>
          <a:lstStyle/>
          <a:p>
            <a:r>
              <a:rPr lang="en-US" sz="1600">
                <a:latin typeface="Century Gothic"/>
              </a:rPr>
              <a:t>Investigators cross-check fragmented evidence manually</a:t>
            </a:r>
          </a:p>
        </p:txBody>
      </p:sp>
      <p:sp>
        <p:nvSpPr>
          <p:cNvPr id="4" name="Card1">
            <a:extLst>
              <a:ext uri="{FF2B5EF4-FFF2-40B4-BE49-F238E27FC236}">
                <a16:creationId xmlns:a16="http://schemas.microsoft.com/office/drawing/2014/main" id="{0938F917-7AF5-4CA0-83EA-42C4A44A707C}"/>
              </a:ext>
            </a:extLst>
          </p:cNvPr>
          <p:cNvSpPr/>
          <p:nvPr/>
        </p:nvSpPr>
        <p:spPr>
          <a:xfrm>
            <a:off x="241300" y="1219200"/>
            <a:ext cx="2019300" cy="3048000"/>
          </a:xfrm>
          <a:prstGeom prst="rect">
            <a:avLst/>
          </a:prstGeom>
          <a:solidFill>
            <a:srgbClr val="F3EEF3"/>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CardHead1">
            <a:extLst>
              <a:ext uri="{FF2B5EF4-FFF2-40B4-BE49-F238E27FC236}">
                <a16:creationId xmlns:a16="http://schemas.microsoft.com/office/drawing/2014/main" id="{E24B9189-DE35-4627-961B-2DF158E4C579}"/>
              </a:ext>
            </a:extLst>
          </p:cNvPr>
          <p:cNvSpPr txBox="1"/>
          <p:nvPr/>
        </p:nvSpPr>
        <p:spPr>
          <a:xfrm>
            <a:off x="393700" y="1498600"/>
            <a:ext cx="1714500" cy="609600"/>
          </a:xfrm>
          <a:prstGeom prst="rect">
            <a:avLst/>
          </a:prstGeom>
          <a:noFill/>
        </p:spPr>
        <p:txBody>
          <a:bodyPr vertOverflow="overflow" vert="horz" wrap="square" lIns="0" rIns="0" rtlCol="0" anchor="t" anchorCtr="0">
            <a:noAutofit/>
          </a:bodyPr>
          <a:lstStyle/>
          <a:p>
            <a:pPr algn="l"/>
            <a:r>
              <a:rPr lang="en-US" sz="1600" b="1">
                <a:solidFill>
                  <a:srgbClr val="6B2E67"/>
                </a:solidFill>
                <a:latin typeface="Century Gothic"/>
              </a:rPr>
              <a:t>Many formats</a:t>
            </a:r>
          </a:p>
        </p:txBody>
      </p:sp>
      <p:sp>
        <p:nvSpPr>
          <p:cNvPr id="6" name="CardBody1">
            <a:extLst>
              <a:ext uri="{FF2B5EF4-FFF2-40B4-BE49-F238E27FC236}">
                <a16:creationId xmlns:a16="http://schemas.microsoft.com/office/drawing/2014/main" id="{38D59262-6CC3-4ADB-9B5D-E381E052577E}"/>
              </a:ext>
            </a:extLst>
          </p:cNvPr>
          <p:cNvSpPr txBox="1"/>
          <p:nvPr/>
        </p:nvSpPr>
        <p:spPr>
          <a:xfrm>
            <a:off x="393700" y="2235200"/>
            <a:ext cx="1714500" cy="1397000"/>
          </a:xfrm>
          <a:prstGeom prst="rect">
            <a:avLst/>
          </a:prstGeom>
          <a:noFill/>
        </p:spPr>
        <p:txBody>
          <a:bodyPr vertOverflow="overflow" vert="horz" wrap="square" lIns="0" rIns="0" rtlCol="0" anchor="t">
            <a:spAutoFit/>
          </a:bodyPr>
          <a:lstStyle/>
          <a:p>
            <a:pPr algn="l"/>
            <a:r>
              <a:rPr lang="en-US">
                <a:solidFill>
                  <a:srgbClr val="323130"/>
                </a:solidFill>
                <a:latin typeface="Century Gothic"/>
              </a:rPr>
              <a:t>WhatsApp chats, statements, documents and audio sit in separate files</a:t>
            </a:r>
          </a:p>
        </p:txBody>
      </p:sp>
      <p:sp>
        <p:nvSpPr>
          <p:cNvPr id="7" name="Card2">
            <a:extLst>
              <a:ext uri="{FF2B5EF4-FFF2-40B4-BE49-F238E27FC236}">
                <a16:creationId xmlns:a16="http://schemas.microsoft.com/office/drawing/2014/main" id="{D8E21A06-128E-4E09-B5ED-8E8A25713297}"/>
              </a:ext>
            </a:extLst>
          </p:cNvPr>
          <p:cNvSpPr/>
          <p:nvPr/>
        </p:nvSpPr>
        <p:spPr>
          <a:xfrm>
            <a:off x="2463800" y="1219200"/>
            <a:ext cx="2019300" cy="3048000"/>
          </a:xfrm>
          <a:prstGeom prst="rect">
            <a:avLst/>
          </a:prstGeom>
          <a:solidFill>
            <a:srgbClr val="F3EEF3"/>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CardHead2">
            <a:extLst>
              <a:ext uri="{FF2B5EF4-FFF2-40B4-BE49-F238E27FC236}">
                <a16:creationId xmlns:a16="http://schemas.microsoft.com/office/drawing/2014/main" id="{2C80E1F8-88BF-42E1-9506-AC1B226DAF81}"/>
              </a:ext>
            </a:extLst>
          </p:cNvPr>
          <p:cNvSpPr txBox="1"/>
          <p:nvPr/>
        </p:nvSpPr>
        <p:spPr>
          <a:xfrm>
            <a:off x="2616200" y="1498600"/>
            <a:ext cx="1714500" cy="609600"/>
          </a:xfrm>
          <a:prstGeom prst="rect">
            <a:avLst/>
          </a:prstGeom>
          <a:noFill/>
        </p:spPr>
        <p:txBody>
          <a:bodyPr vertOverflow="overflow" vert="horz" wrap="square" lIns="0" rIns="0" rtlCol="0" anchor="t" anchorCtr="0">
            <a:noAutofit/>
          </a:bodyPr>
          <a:lstStyle/>
          <a:p>
            <a:pPr algn="l"/>
            <a:r>
              <a:rPr lang="en-US" sz="1600" b="1">
                <a:solidFill>
                  <a:srgbClr val="6B2E67"/>
                </a:solidFill>
                <a:latin typeface="Century Gothic"/>
              </a:rPr>
              <a:t>Many languages</a:t>
            </a:r>
          </a:p>
        </p:txBody>
      </p:sp>
      <p:sp>
        <p:nvSpPr>
          <p:cNvPr id="9" name="CardBody2">
            <a:extLst>
              <a:ext uri="{FF2B5EF4-FFF2-40B4-BE49-F238E27FC236}">
                <a16:creationId xmlns:a16="http://schemas.microsoft.com/office/drawing/2014/main" id="{7559A9D0-D2A1-40EC-B370-5CAA5E606BE4}"/>
              </a:ext>
            </a:extLst>
          </p:cNvPr>
          <p:cNvSpPr txBox="1"/>
          <p:nvPr/>
        </p:nvSpPr>
        <p:spPr>
          <a:xfrm>
            <a:off x="2616200" y="2235200"/>
            <a:ext cx="1714500" cy="1397000"/>
          </a:xfrm>
          <a:prstGeom prst="rect">
            <a:avLst/>
          </a:prstGeom>
          <a:noFill/>
        </p:spPr>
        <p:txBody>
          <a:bodyPr vertOverflow="overflow" vert="horz" wrap="square" lIns="0" rIns="0" rtlCol="0" anchor="t">
            <a:spAutoFit/>
          </a:bodyPr>
          <a:lstStyle/>
          <a:p>
            <a:pPr algn="l"/>
            <a:r>
              <a:rPr lang="en-US">
                <a:solidFill>
                  <a:srgbClr val="323130"/>
                </a:solidFill>
                <a:latin typeface="Century Gothic"/>
              </a:rPr>
              <a:t>Recordings and messages mix English, Malay and Chinese</a:t>
            </a:r>
          </a:p>
        </p:txBody>
      </p:sp>
      <p:sp>
        <p:nvSpPr>
          <p:cNvPr id="10" name="Card3">
            <a:extLst>
              <a:ext uri="{FF2B5EF4-FFF2-40B4-BE49-F238E27FC236}">
                <a16:creationId xmlns:a16="http://schemas.microsoft.com/office/drawing/2014/main" id="{1ED39A50-AE5B-4AB9-B0AB-C9170C54A564}"/>
              </a:ext>
            </a:extLst>
          </p:cNvPr>
          <p:cNvSpPr/>
          <p:nvPr/>
        </p:nvSpPr>
        <p:spPr>
          <a:xfrm>
            <a:off x="4686300" y="1219200"/>
            <a:ext cx="2019300" cy="3048000"/>
          </a:xfrm>
          <a:prstGeom prst="rect">
            <a:avLst/>
          </a:prstGeom>
          <a:solidFill>
            <a:srgbClr val="F3EEF3"/>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CardHead3">
            <a:extLst>
              <a:ext uri="{FF2B5EF4-FFF2-40B4-BE49-F238E27FC236}">
                <a16:creationId xmlns:a16="http://schemas.microsoft.com/office/drawing/2014/main" id="{910E5A33-7FD5-48BD-8298-12F1E1A342A7}"/>
              </a:ext>
            </a:extLst>
          </p:cNvPr>
          <p:cNvSpPr txBox="1"/>
          <p:nvPr/>
        </p:nvSpPr>
        <p:spPr>
          <a:xfrm>
            <a:off x="4838700" y="1498600"/>
            <a:ext cx="1714500" cy="609600"/>
          </a:xfrm>
          <a:prstGeom prst="rect">
            <a:avLst/>
          </a:prstGeom>
          <a:noFill/>
        </p:spPr>
        <p:txBody>
          <a:bodyPr vertOverflow="overflow" vert="horz" wrap="square" lIns="0" rIns="0" rtlCol="0" anchor="t" anchorCtr="0">
            <a:noAutofit/>
          </a:bodyPr>
          <a:lstStyle/>
          <a:p>
            <a:pPr algn="l"/>
            <a:r>
              <a:rPr lang="en-US" sz="1600" b="1">
                <a:solidFill>
                  <a:srgbClr val="6B2E67"/>
                </a:solidFill>
                <a:latin typeface="Century Gothic"/>
              </a:rPr>
              <a:t>Hidden links</a:t>
            </a:r>
          </a:p>
        </p:txBody>
      </p:sp>
      <p:sp>
        <p:nvSpPr>
          <p:cNvPr id="12" name="CardBody3">
            <a:extLst>
              <a:ext uri="{FF2B5EF4-FFF2-40B4-BE49-F238E27FC236}">
                <a16:creationId xmlns:a16="http://schemas.microsoft.com/office/drawing/2014/main" id="{FA83D05C-9036-4668-9A56-2321FC8CF3E8}"/>
              </a:ext>
            </a:extLst>
          </p:cNvPr>
          <p:cNvSpPr txBox="1"/>
          <p:nvPr/>
        </p:nvSpPr>
        <p:spPr>
          <a:xfrm>
            <a:off x="4838700" y="2235200"/>
            <a:ext cx="1714500" cy="1397000"/>
          </a:xfrm>
          <a:prstGeom prst="rect">
            <a:avLst/>
          </a:prstGeom>
          <a:noFill/>
        </p:spPr>
        <p:txBody>
          <a:bodyPr vertOverflow="overflow" vert="horz" wrap="square" lIns="0" rIns="0" rtlCol="0" anchor="t">
            <a:spAutoFit/>
          </a:bodyPr>
          <a:lstStyle/>
          <a:p>
            <a:pPr algn="l"/>
            <a:r>
              <a:rPr lang="en-US">
                <a:solidFill>
                  <a:srgbClr val="323130"/>
                </a:solidFill>
                <a:latin typeface="Century Gothic"/>
              </a:rPr>
              <a:t>Connecting people, companies and money flows means reading everything</a:t>
            </a:r>
          </a:p>
        </p:txBody>
      </p:sp>
      <p:sp>
        <p:nvSpPr>
          <p:cNvPr id="13" name="Card4">
            <a:extLst>
              <a:ext uri="{FF2B5EF4-FFF2-40B4-BE49-F238E27FC236}">
                <a16:creationId xmlns:a16="http://schemas.microsoft.com/office/drawing/2014/main" id="{27ED9D16-EE52-437B-98CE-12B57E95B148}"/>
              </a:ext>
            </a:extLst>
          </p:cNvPr>
          <p:cNvSpPr/>
          <p:nvPr/>
        </p:nvSpPr>
        <p:spPr>
          <a:xfrm>
            <a:off x="6908800" y="1219200"/>
            <a:ext cx="2019300" cy="3048000"/>
          </a:xfrm>
          <a:prstGeom prst="rect">
            <a:avLst/>
          </a:prstGeom>
          <a:solidFill>
            <a:srgbClr val="F3EEF3"/>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CardHead4">
            <a:extLst>
              <a:ext uri="{FF2B5EF4-FFF2-40B4-BE49-F238E27FC236}">
                <a16:creationId xmlns:a16="http://schemas.microsoft.com/office/drawing/2014/main" id="{7BCE4972-B52D-42BA-A3CB-CD05D5A1958A}"/>
              </a:ext>
            </a:extLst>
          </p:cNvPr>
          <p:cNvSpPr txBox="1"/>
          <p:nvPr/>
        </p:nvSpPr>
        <p:spPr>
          <a:xfrm>
            <a:off x="7061200" y="1498600"/>
            <a:ext cx="1714500" cy="609600"/>
          </a:xfrm>
          <a:prstGeom prst="rect">
            <a:avLst/>
          </a:prstGeom>
          <a:noFill/>
        </p:spPr>
        <p:txBody>
          <a:bodyPr vertOverflow="overflow" vert="horz" wrap="square" lIns="0" rIns="0" rtlCol="0" anchor="t" anchorCtr="0">
            <a:noAutofit/>
          </a:bodyPr>
          <a:lstStyle/>
          <a:p>
            <a:pPr algn="l"/>
            <a:r>
              <a:rPr lang="en-US" sz="1600" b="1">
                <a:solidFill>
                  <a:srgbClr val="6B2E67"/>
                </a:solidFill>
                <a:latin typeface="Century Gothic"/>
              </a:rPr>
              <a:t>Missed contradictions</a:t>
            </a:r>
          </a:p>
        </p:txBody>
      </p:sp>
      <p:sp>
        <p:nvSpPr>
          <p:cNvPr id="15" name="CardBody4">
            <a:extLst>
              <a:ext uri="{FF2B5EF4-FFF2-40B4-BE49-F238E27FC236}">
                <a16:creationId xmlns:a16="http://schemas.microsoft.com/office/drawing/2014/main" id="{B102E5BB-F183-4F18-AB5B-FA1E63C900C2}"/>
              </a:ext>
            </a:extLst>
          </p:cNvPr>
          <p:cNvSpPr txBox="1"/>
          <p:nvPr/>
        </p:nvSpPr>
        <p:spPr>
          <a:xfrm>
            <a:off x="7061200" y="2235200"/>
            <a:ext cx="1714500" cy="1397000"/>
          </a:xfrm>
          <a:prstGeom prst="rect">
            <a:avLst/>
          </a:prstGeom>
          <a:noFill/>
        </p:spPr>
        <p:txBody>
          <a:bodyPr vertOverflow="overflow" vert="horz" wrap="square" lIns="0" rIns="0" rtlCol="0" anchor="t">
            <a:spAutoFit/>
          </a:bodyPr>
          <a:lstStyle/>
          <a:p>
            <a:pPr algn="l"/>
            <a:r>
              <a:rPr lang="en-US">
                <a:solidFill>
                  <a:srgbClr val="323130"/>
                </a:solidFill>
                <a:latin typeface="Century Gothic"/>
              </a:rPr>
              <a:t>Conflicting figures across statements are easy to overlook</a:t>
            </a:r>
          </a:p>
        </p:txBody>
      </p:sp>
      <p:sp>
        <p:nvSpPr>
          <p:cNvPr id="16" name="CardBar1">
            <a:extLst>
              <a:ext uri="{FF2B5EF4-FFF2-40B4-BE49-F238E27FC236}">
                <a16:creationId xmlns:a16="http://schemas.microsoft.com/office/drawing/2014/main" id="{A46AB1BC-0C0A-4CD0-8682-89EA1816EA0E}"/>
              </a:ext>
            </a:extLst>
          </p:cNvPr>
          <p:cNvSpPr/>
          <p:nvPr/>
        </p:nvSpPr>
        <p:spPr>
          <a:xfrm>
            <a:off x="241300" y="1219200"/>
            <a:ext cx="2019300" cy="63500"/>
          </a:xfrm>
          <a:prstGeom prst="rect">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CardBar2">
            <a:extLst>
              <a:ext uri="{FF2B5EF4-FFF2-40B4-BE49-F238E27FC236}">
                <a16:creationId xmlns:a16="http://schemas.microsoft.com/office/drawing/2014/main" id="{6D417367-45E6-4A60-9E8B-B8F69787D532}"/>
              </a:ext>
            </a:extLst>
          </p:cNvPr>
          <p:cNvSpPr/>
          <p:nvPr/>
        </p:nvSpPr>
        <p:spPr>
          <a:xfrm>
            <a:off x="2463800" y="1219200"/>
            <a:ext cx="2019300" cy="63500"/>
          </a:xfrm>
          <a:prstGeom prst="rect">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CardBar3">
            <a:extLst>
              <a:ext uri="{FF2B5EF4-FFF2-40B4-BE49-F238E27FC236}">
                <a16:creationId xmlns:a16="http://schemas.microsoft.com/office/drawing/2014/main" id="{CD549564-63D3-497F-90AE-89057F269670}"/>
              </a:ext>
            </a:extLst>
          </p:cNvPr>
          <p:cNvSpPr/>
          <p:nvPr/>
        </p:nvSpPr>
        <p:spPr>
          <a:xfrm>
            <a:off x="4686300" y="1219200"/>
            <a:ext cx="2019300" cy="63500"/>
          </a:xfrm>
          <a:prstGeom prst="rect">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CardBar4">
            <a:extLst>
              <a:ext uri="{FF2B5EF4-FFF2-40B4-BE49-F238E27FC236}">
                <a16:creationId xmlns:a16="http://schemas.microsoft.com/office/drawing/2014/main" id="{9DABB24C-760F-49C2-9716-D7434F0B589F}"/>
              </a:ext>
            </a:extLst>
          </p:cNvPr>
          <p:cNvSpPr/>
          <p:nvPr/>
        </p:nvSpPr>
        <p:spPr>
          <a:xfrm>
            <a:off x="6908800" y="1219200"/>
            <a:ext cx="2019300" cy="63500"/>
          </a:xfrm>
          <a:prstGeom prst="rect">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itle 2">
            <a:extLst>
              <a:ext uri="{FF2B5EF4-FFF2-40B4-BE49-F238E27FC236}">
                <a16:creationId xmlns:a16="http://schemas.microsoft.com/office/drawing/2014/main" id="{04DE0BE1-2AF8-00D2-1CB4-439621545662}"/>
              </a:ext>
            </a:extLst>
          </p:cNvPr>
          <p:cNvSpPr txBox="1">
            <a:spLocks/>
          </p:cNvSpPr>
          <p:nvPr/>
        </p:nvSpPr>
        <p:spPr>
          <a:xfrm>
            <a:off x="1688" y="-717"/>
            <a:ext cx="8681426" cy="892522"/>
          </a:xfrm>
          <a:prstGeom prst="rect">
            <a:avLst/>
          </a:prstGeom>
          <a:noFill/>
          <a:ln>
            <a:noFill/>
          </a:ln>
        </p:spPr>
        <p:txBody>
          <a:bodyPr spcFirstLastPara="1" vert="horz" wrap="square" lIns="91425" tIns="91425" rIns="91425" bIns="91425" rtlCol="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6B2E67"/>
              </a:buClr>
              <a:buSzPts val="2500"/>
              <a:buFont typeface="Arial"/>
              <a:buNone/>
              <a:defRPr sz="2300" b="1" i="0" u="none" strike="noStrike" cap="none">
                <a:solidFill>
                  <a:srgbClr val="6B2E67"/>
                </a:solidFill>
                <a:latin typeface="Century Gothic" panose="020B0502020202020204" pitchFamily="34" charset="0"/>
                <a:ea typeface="Century Gothic" panose="020B0502020202020204" pitchFamily="34" charset="0"/>
                <a:cs typeface="Arial"/>
                <a:sym typeface="Arial"/>
              </a:defRPr>
            </a:lvl1pPr>
            <a:lvl2pPr marR="0" lvl="1"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9pPr>
          </a:lstStyle>
          <a:p>
            <a:r>
              <a:rPr lang="en-US">
                <a:latin typeface="Century Gothic"/>
              </a:rPr>
              <a:t>The Investigation Challenge</a:t>
            </a:r>
            <a:endParaRPr lang="en-US"/>
          </a:p>
          <a:p>
            <a:endParaRPr lang="en-US"/>
          </a:p>
        </p:txBody>
      </p:sp>
    </p:spTree>
    <p:extLst>
      <p:ext uri="{BB962C8B-B14F-4D97-AF65-F5344CB8AC3E}">
        <p14:creationId xmlns:p14="http://schemas.microsoft.com/office/powerpoint/2010/main" val="707520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A1D60C-270B-08D2-8AD4-FAFCDD5AE927}"/>
              </a:ext>
            </a:extLst>
          </p:cNvPr>
          <p:cNvSpPr>
            <a:spLocks noGrp="1"/>
          </p:cNvSpPr>
          <p:nvPr>
            <p:ph type="sldNum" idx="10"/>
          </p:nvPr>
        </p:nvSpPr>
        <p:spPr/>
        <p:txBody>
          <a:bodyPr/>
          <a:lstStyle/>
          <a:p>
            <a:fld id="{93DB7E74-C4BF-421C-B40C-121327DBB773}" type="slidenum">
              <a:rPr lang="en" smtClean="0"/>
              <a:pPr/>
              <a:t>3</a:t>
            </a:fld>
            <a:endParaRPr lang="en"/>
          </a:p>
        </p:txBody>
      </p:sp>
      <p:sp>
        <p:nvSpPr>
          <p:cNvPr id="3" name="Title 2">
            <a:extLst>
              <a:ext uri="{FF2B5EF4-FFF2-40B4-BE49-F238E27FC236}">
                <a16:creationId xmlns:a16="http://schemas.microsoft.com/office/drawing/2014/main" id="{C4A83A85-31A5-638B-C70C-7CDDF10AD999}"/>
              </a:ext>
            </a:extLst>
          </p:cNvPr>
          <p:cNvSpPr>
            <a:spLocks noGrp="1"/>
          </p:cNvSpPr>
          <p:nvPr>
            <p:ph type="title"/>
          </p:nvPr>
        </p:nvSpPr>
        <p:spPr>
          <a:xfrm>
            <a:off x="1688" y="-717"/>
            <a:ext cx="8681426" cy="538579"/>
          </a:xfrm>
        </p:spPr>
        <p:txBody>
          <a:bodyPr/>
          <a:lstStyle/>
          <a:p>
            <a:r>
              <a:rPr lang="en-US">
                <a:latin typeface="Century Gothic"/>
              </a:rPr>
              <a:t>Four Capabilities set the Co-Pilot apart</a:t>
            </a:r>
          </a:p>
        </p:txBody>
      </p:sp>
      <p:sp>
        <p:nvSpPr>
          <p:cNvPr id="4" name="Rectangle 3">
            <a:extLst>
              <a:ext uri="{FF2B5EF4-FFF2-40B4-BE49-F238E27FC236}">
                <a16:creationId xmlns:a16="http://schemas.microsoft.com/office/drawing/2014/main" id="{E567CCB0-5D9A-4F1B-87F6-CE188D544559}"/>
              </a:ext>
            </a:extLst>
          </p:cNvPr>
          <p:cNvSpPr/>
          <p:nvPr/>
        </p:nvSpPr>
        <p:spPr>
          <a:xfrm>
            <a:off x="241300" y="1042987"/>
            <a:ext cx="4241800" cy="1524000"/>
          </a:xfrm>
          <a:prstGeom prst="rect">
            <a:avLst/>
          </a:prstGeom>
          <a:solidFill>
            <a:srgbClr val="F3EEF3"/>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6F439C8B-4334-48CA-86F6-52349F826503}"/>
              </a:ext>
            </a:extLst>
          </p:cNvPr>
          <p:cNvSpPr/>
          <p:nvPr/>
        </p:nvSpPr>
        <p:spPr>
          <a:xfrm>
            <a:off x="241300" y="1042987"/>
            <a:ext cx="63500" cy="1524000"/>
          </a:xfrm>
          <a:prstGeom prst="rect">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9B4B8DFA-018D-489E-B334-A3A63ED402BA}"/>
              </a:ext>
            </a:extLst>
          </p:cNvPr>
          <p:cNvSpPr txBox="1"/>
          <p:nvPr/>
        </p:nvSpPr>
        <p:spPr>
          <a:xfrm>
            <a:off x="419100" y="1220788"/>
            <a:ext cx="711200" cy="508000"/>
          </a:xfrm>
          <a:prstGeom prst="rect">
            <a:avLst/>
          </a:prstGeom>
          <a:noFill/>
        </p:spPr>
        <p:txBody>
          <a:bodyPr vertOverflow="overflow" vert="horz" wrap="square" rtlCol="0" anchor="t">
            <a:noAutofit/>
          </a:bodyPr>
          <a:lstStyle/>
          <a:p>
            <a:pPr algn="l"/>
            <a:r>
              <a:rPr lang="en-US" sz="2800" b="1">
                <a:solidFill>
                  <a:srgbClr val="6B2E67"/>
                </a:solidFill>
                <a:latin typeface="Century Gothic"/>
              </a:rPr>
              <a:t>01</a:t>
            </a:r>
          </a:p>
        </p:txBody>
      </p:sp>
      <p:sp>
        <p:nvSpPr>
          <p:cNvPr id="7" name="TextBox 6">
            <a:extLst>
              <a:ext uri="{FF2B5EF4-FFF2-40B4-BE49-F238E27FC236}">
                <a16:creationId xmlns:a16="http://schemas.microsoft.com/office/drawing/2014/main" id="{B021F783-203A-477B-B512-50DB395174CF}"/>
              </a:ext>
            </a:extLst>
          </p:cNvPr>
          <p:cNvSpPr txBox="1"/>
          <p:nvPr/>
        </p:nvSpPr>
        <p:spPr>
          <a:xfrm>
            <a:off x="1181100" y="1271587"/>
            <a:ext cx="3149600" cy="330200"/>
          </a:xfrm>
          <a:prstGeom prst="rect">
            <a:avLst/>
          </a:prstGeom>
          <a:noFill/>
        </p:spPr>
        <p:txBody>
          <a:bodyPr vertOverflow="overflow" vert="horz" wrap="square" rtlCol="0" anchor="t">
            <a:noAutofit/>
          </a:bodyPr>
          <a:lstStyle/>
          <a:p>
            <a:pPr algn="l"/>
            <a:r>
              <a:rPr lang="en-US" sz="1600" b="1">
                <a:solidFill>
                  <a:srgbClr val="6B2E67"/>
                </a:solidFill>
                <a:latin typeface="Century Gothic"/>
              </a:rPr>
              <a:t>Graph-based retrieval</a:t>
            </a:r>
          </a:p>
        </p:txBody>
      </p:sp>
      <p:sp>
        <p:nvSpPr>
          <p:cNvPr id="8" name="TextBox 7">
            <a:extLst>
              <a:ext uri="{FF2B5EF4-FFF2-40B4-BE49-F238E27FC236}">
                <a16:creationId xmlns:a16="http://schemas.microsoft.com/office/drawing/2014/main" id="{89D06D34-E794-42B3-A94F-D7EE951F01C0}"/>
              </a:ext>
            </a:extLst>
          </p:cNvPr>
          <p:cNvSpPr txBox="1"/>
          <p:nvPr/>
        </p:nvSpPr>
        <p:spPr>
          <a:xfrm>
            <a:off x="1181100" y="1652587"/>
            <a:ext cx="3215541" cy="919283"/>
          </a:xfrm>
          <a:prstGeom prst="rect">
            <a:avLst/>
          </a:prstGeom>
          <a:noFill/>
        </p:spPr>
        <p:txBody>
          <a:bodyPr vertOverflow="overflow" vert="horz" wrap="square" lIns="91440" tIns="45720" rIns="91440" bIns="45720" rtlCol="0" anchor="t">
            <a:noAutofit/>
          </a:bodyPr>
          <a:lstStyle/>
          <a:p>
            <a:r>
              <a:rPr lang="en-US">
                <a:solidFill>
                  <a:srgbClr val="323130"/>
                </a:solidFill>
                <a:latin typeface="Century Gothic"/>
              </a:rPr>
              <a:t>Not just semantic search but Graph-RAG surfaces multi-hop links between people, companies and transactions flows</a:t>
            </a:r>
          </a:p>
        </p:txBody>
      </p:sp>
      <p:sp>
        <p:nvSpPr>
          <p:cNvPr id="9" name="Rectangle 8">
            <a:extLst>
              <a:ext uri="{FF2B5EF4-FFF2-40B4-BE49-F238E27FC236}">
                <a16:creationId xmlns:a16="http://schemas.microsoft.com/office/drawing/2014/main" id="{C0CDA99A-08C7-4CEC-A3CC-9F21CAB3A6C3}"/>
              </a:ext>
            </a:extLst>
          </p:cNvPr>
          <p:cNvSpPr/>
          <p:nvPr/>
        </p:nvSpPr>
        <p:spPr>
          <a:xfrm>
            <a:off x="4686300" y="1042987"/>
            <a:ext cx="4241800" cy="1524000"/>
          </a:xfrm>
          <a:prstGeom prst="rect">
            <a:avLst/>
          </a:prstGeom>
          <a:solidFill>
            <a:srgbClr val="F3EEF3"/>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ABE7D4EC-D027-458C-A162-461D8DA42E21}"/>
              </a:ext>
            </a:extLst>
          </p:cNvPr>
          <p:cNvSpPr/>
          <p:nvPr/>
        </p:nvSpPr>
        <p:spPr>
          <a:xfrm>
            <a:off x="4686300" y="1042987"/>
            <a:ext cx="63500" cy="1524000"/>
          </a:xfrm>
          <a:prstGeom prst="rect">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0A0FBBFE-A704-443D-8885-298C8F75E328}"/>
              </a:ext>
            </a:extLst>
          </p:cNvPr>
          <p:cNvSpPr txBox="1"/>
          <p:nvPr/>
        </p:nvSpPr>
        <p:spPr>
          <a:xfrm>
            <a:off x="4864100" y="1220788"/>
            <a:ext cx="711200" cy="508000"/>
          </a:xfrm>
          <a:prstGeom prst="rect">
            <a:avLst/>
          </a:prstGeom>
          <a:noFill/>
        </p:spPr>
        <p:txBody>
          <a:bodyPr vertOverflow="overflow" vert="horz" wrap="square" rtlCol="0" anchor="t">
            <a:noAutofit/>
          </a:bodyPr>
          <a:lstStyle/>
          <a:p>
            <a:pPr algn="l"/>
            <a:r>
              <a:rPr lang="en-US" sz="2800" b="1">
                <a:solidFill>
                  <a:srgbClr val="6B2E67"/>
                </a:solidFill>
                <a:latin typeface="Century Gothic"/>
              </a:rPr>
              <a:t>02</a:t>
            </a:r>
          </a:p>
        </p:txBody>
      </p:sp>
      <p:sp>
        <p:nvSpPr>
          <p:cNvPr id="12" name="TextBox 11">
            <a:extLst>
              <a:ext uri="{FF2B5EF4-FFF2-40B4-BE49-F238E27FC236}">
                <a16:creationId xmlns:a16="http://schemas.microsoft.com/office/drawing/2014/main" id="{7F3DAA53-85CF-4D58-B6FE-1E012969918D}"/>
              </a:ext>
            </a:extLst>
          </p:cNvPr>
          <p:cNvSpPr txBox="1"/>
          <p:nvPr/>
        </p:nvSpPr>
        <p:spPr>
          <a:xfrm>
            <a:off x="5626100" y="1271587"/>
            <a:ext cx="3149600" cy="330200"/>
          </a:xfrm>
          <a:prstGeom prst="rect">
            <a:avLst/>
          </a:prstGeom>
          <a:noFill/>
        </p:spPr>
        <p:txBody>
          <a:bodyPr vertOverflow="overflow" vert="horz" wrap="square" rtlCol="0" anchor="t">
            <a:noAutofit/>
          </a:bodyPr>
          <a:lstStyle/>
          <a:p>
            <a:pPr algn="l"/>
            <a:r>
              <a:rPr lang="en-US" sz="1600" b="1">
                <a:solidFill>
                  <a:srgbClr val="6B2E67"/>
                </a:solidFill>
                <a:latin typeface="Century Gothic"/>
              </a:rPr>
              <a:t>Cross-statement analysis</a:t>
            </a:r>
          </a:p>
        </p:txBody>
      </p:sp>
      <p:sp>
        <p:nvSpPr>
          <p:cNvPr id="13" name="TextBox 12">
            <a:extLst>
              <a:ext uri="{FF2B5EF4-FFF2-40B4-BE49-F238E27FC236}">
                <a16:creationId xmlns:a16="http://schemas.microsoft.com/office/drawing/2014/main" id="{440D3A43-4C92-4E33-BA66-37428432A002}"/>
              </a:ext>
            </a:extLst>
          </p:cNvPr>
          <p:cNvSpPr txBox="1"/>
          <p:nvPr/>
        </p:nvSpPr>
        <p:spPr>
          <a:xfrm>
            <a:off x="5626100" y="1652587"/>
            <a:ext cx="3149600" cy="787400"/>
          </a:xfrm>
          <a:prstGeom prst="rect">
            <a:avLst/>
          </a:prstGeom>
          <a:noFill/>
        </p:spPr>
        <p:txBody>
          <a:bodyPr vertOverflow="overflow" vert="horz" wrap="square" rtlCol="0" anchor="t">
            <a:noAutofit/>
          </a:bodyPr>
          <a:lstStyle/>
          <a:p>
            <a:pPr algn="l"/>
            <a:r>
              <a:rPr lang="en-US">
                <a:solidFill>
                  <a:srgbClr val="323130"/>
                </a:solidFill>
                <a:latin typeface="Century Gothic"/>
              </a:rPr>
              <a:t>Aligns facts across witnesses and flags contradicting statements</a:t>
            </a:r>
          </a:p>
        </p:txBody>
      </p:sp>
      <p:sp>
        <p:nvSpPr>
          <p:cNvPr id="14" name="Rectangle 13">
            <a:extLst>
              <a:ext uri="{FF2B5EF4-FFF2-40B4-BE49-F238E27FC236}">
                <a16:creationId xmlns:a16="http://schemas.microsoft.com/office/drawing/2014/main" id="{225D9216-FA2E-4784-A2BE-B375DA0F5FC8}"/>
              </a:ext>
            </a:extLst>
          </p:cNvPr>
          <p:cNvSpPr/>
          <p:nvPr/>
        </p:nvSpPr>
        <p:spPr>
          <a:xfrm>
            <a:off x="241300" y="2744787"/>
            <a:ext cx="4241800" cy="1524000"/>
          </a:xfrm>
          <a:prstGeom prst="rect">
            <a:avLst/>
          </a:prstGeom>
          <a:solidFill>
            <a:srgbClr val="F3EEF3"/>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C80C74BB-A7CE-4981-BA1D-26B3F37D158B}"/>
              </a:ext>
            </a:extLst>
          </p:cNvPr>
          <p:cNvSpPr/>
          <p:nvPr/>
        </p:nvSpPr>
        <p:spPr>
          <a:xfrm>
            <a:off x="241300" y="2744787"/>
            <a:ext cx="63500" cy="1524000"/>
          </a:xfrm>
          <a:prstGeom prst="rect">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3D61B553-6C33-4299-9BA7-4E69495C04EA}"/>
              </a:ext>
            </a:extLst>
          </p:cNvPr>
          <p:cNvSpPr txBox="1"/>
          <p:nvPr/>
        </p:nvSpPr>
        <p:spPr>
          <a:xfrm>
            <a:off x="419100" y="2922587"/>
            <a:ext cx="711200" cy="508000"/>
          </a:xfrm>
          <a:prstGeom prst="rect">
            <a:avLst/>
          </a:prstGeom>
          <a:noFill/>
        </p:spPr>
        <p:txBody>
          <a:bodyPr vertOverflow="overflow" vert="horz" wrap="square" rtlCol="0" anchor="t">
            <a:noAutofit/>
          </a:bodyPr>
          <a:lstStyle/>
          <a:p>
            <a:pPr algn="l"/>
            <a:r>
              <a:rPr lang="en-US" sz="2800" b="1">
                <a:solidFill>
                  <a:srgbClr val="6B2E67"/>
                </a:solidFill>
                <a:latin typeface="Century Gothic"/>
              </a:rPr>
              <a:t>03</a:t>
            </a:r>
          </a:p>
        </p:txBody>
      </p:sp>
      <p:sp>
        <p:nvSpPr>
          <p:cNvPr id="17" name="TextBox 16">
            <a:extLst>
              <a:ext uri="{FF2B5EF4-FFF2-40B4-BE49-F238E27FC236}">
                <a16:creationId xmlns:a16="http://schemas.microsoft.com/office/drawing/2014/main" id="{C3519087-75EF-4198-A207-47813A3D77CF}"/>
              </a:ext>
            </a:extLst>
          </p:cNvPr>
          <p:cNvSpPr txBox="1"/>
          <p:nvPr/>
        </p:nvSpPr>
        <p:spPr>
          <a:xfrm>
            <a:off x="1181100" y="2973387"/>
            <a:ext cx="3149600" cy="330200"/>
          </a:xfrm>
          <a:prstGeom prst="rect">
            <a:avLst/>
          </a:prstGeom>
          <a:noFill/>
        </p:spPr>
        <p:txBody>
          <a:bodyPr vertOverflow="overflow" vert="horz" wrap="square" rtlCol="0" anchor="t">
            <a:noAutofit/>
          </a:bodyPr>
          <a:lstStyle/>
          <a:p>
            <a:pPr algn="l"/>
            <a:r>
              <a:rPr lang="en-US" sz="1600" b="1">
                <a:solidFill>
                  <a:srgbClr val="6B2E67"/>
                </a:solidFill>
                <a:latin typeface="Century Gothic"/>
              </a:rPr>
              <a:t>Multilingual speech-to-text</a:t>
            </a:r>
          </a:p>
        </p:txBody>
      </p:sp>
      <p:sp>
        <p:nvSpPr>
          <p:cNvPr id="18" name="TextBox 17">
            <a:extLst>
              <a:ext uri="{FF2B5EF4-FFF2-40B4-BE49-F238E27FC236}">
                <a16:creationId xmlns:a16="http://schemas.microsoft.com/office/drawing/2014/main" id="{48A58FA0-1C54-41C2-ADCE-AEC096A1C43D}"/>
              </a:ext>
            </a:extLst>
          </p:cNvPr>
          <p:cNvSpPr txBox="1"/>
          <p:nvPr/>
        </p:nvSpPr>
        <p:spPr>
          <a:xfrm>
            <a:off x="1181100" y="3354388"/>
            <a:ext cx="3149600" cy="787400"/>
          </a:xfrm>
          <a:prstGeom prst="rect">
            <a:avLst/>
          </a:prstGeom>
          <a:noFill/>
        </p:spPr>
        <p:txBody>
          <a:bodyPr vertOverflow="overflow" vert="horz" wrap="square" rtlCol="0" anchor="t">
            <a:noAutofit/>
          </a:bodyPr>
          <a:lstStyle/>
          <a:p>
            <a:pPr algn="l"/>
            <a:r>
              <a:rPr lang="en-US">
                <a:solidFill>
                  <a:srgbClr val="323130"/>
                </a:solidFill>
                <a:latin typeface="Century Gothic"/>
              </a:rPr>
              <a:t>Transcribes English, Malay and Chinese and identifies speakers by voice</a:t>
            </a:r>
          </a:p>
        </p:txBody>
      </p:sp>
      <p:sp>
        <p:nvSpPr>
          <p:cNvPr id="19" name="Rectangle 18">
            <a:extLst>
              <a:ext uri="{FF2B5EF4-FFF2-40B4-BE49-F238E27FC236}">
                <a16:creationId xmlns:a16="http://schemas.microsoft.com/office/drawing/2014/main" id="{3B6BD1D1-3325-46F6-88D5-CD0F505D6035}"/>
              </a:ext>
            </a:extLst>
          </p:cNvPr>
          <p:cNvSpPr/>
          <p:nvPr/>
        </p:nvSpPr>
        <p:spPr>
          <a:xfrm>
            <a:off x="4686300" y="2744787"/>
            <a:ext cx="4241800" cy="1524000"/>
          </a:xfrm>
          <a:prstGeom prst="rect">
            <a:avLst/>
          </a:prstGeom>
          <a:solidFill>
            <a:srgbClr val="F3EEF3"/>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58485F41-DBE9-4FC6-B0DC-92AA20D3478F}"/>
              </a:ext>
            </a:extLst>
          </p:cNvPr>
          <p:cNvSpPr/>
          <p:nvPr/>
        </p:nvSpPr>
        <p:spPr>
          <a:xfrm>
            <a:off x="4686300" y="2744787"/>
            <a:ext cx="63500" cy="1524000"/>
          </a:xfrm>
          <a:prstGeom prst="rect">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D0E5CCCB-A3A2-4EFC-B63C-08036AE948AD}"/>
              </a:ext>
            </a:extLst>
          </p:cNvPr>
          <p:cNvSpPr txBox="1"/>
          <p:nvPr/>
        </p:nvSpPr>
        <p:spPr>
          <a:xfrm>
            <a:off x="4864100" y="2922587"/>
            <a:ext cx="711200" cy="508000"/>
          </a:xfrm>
          <a:prstGeom prst="rect">
            <a:avLst/>
          </a:prstGeom>
          <a:noFill/>
        </p:spPr>
        <p:txBody>
          <a:bodyPr vertOverflow="overflow" vert="horz" wrap="square" rtlCol="0" anchor="t">
            <a:noAutofit/>
          </a:bodyPr>
          <a:lstStyle/>
          <a:p>
            <a:pPr algn="l"/>
            <a:r>
              <a:rPr lang="en-US" sz="2800" b="1">
                <a:solidFill>
                  <a:srgbClr val="6B2E67"/>
                </a:solidFill>
                <a:latin typeface="Century Gothic"/>
              </a:rPr>
              <a:t>04</a:t>
            </a:r>
          </a:p>
        </p:txBody>
      </p:sp>
      <p:sp>
        <p:nvSpPr>
          <p:cNvPr id="22" name="TextBox 21">
            <a:extLst>
              <a:ext uri="{FF2B5EF4-FFF2-40B4-BE49-F238E27FC236}">
                <a16:creationId xmlns:a16="http://schemas.microsoft.com/office/drawing/2014/main" id="{E4E96D1C-5339-44D7-9D36-3CF5182BA913}"/>
              </a:ext>
            </a:extLst>
          </p:cNvPr>
          <p:cNvSpPr txBox="1"/>
          <p:nvPr/>
        </p:nvSpPr>
        <p:spPr>
          <a:xfrm>
            <a:off x="5626100" y="2973387"/>
            <a:ext cx="3149600" cy="330200"/>
          </a:xfrm>
          <a:prstGeom prst="rect">
            <a:avLst/>
          </a:prstGeom>
          <a:noFill/>
        </p:spPr>
        <p:txBody>
          <a:bodyPr vertOverflow="overflow" vert="horz" wrap="square" rtlCol="0" anchor="t">
            <a:noAutofit/>
          </a:bodyPr>
          <a:lstStyle/>
          <a:p>
            <a:pPr algn="l"/>
            <a:r>
              <a:rPr lang="en-US" sz="1600" b="1">
                <a:solidFill>
                  <a:srgbClr val="6B2E67"/>
                </a:solidFill>
                <a:latin typeface="Century Gothic"/>
              </a:rPr>
              <a:t>Verified, human-led output</a:t>
            </a:r>
          </a:p>
        </p:txBody>
      </p:sp>
      <p:sp>
        <p:nvSpPr>
          <p:cNvPr id="23" name="TextBox 22">
            <a:extLst>
              <a:ext uri="{FF2B5EF4-FFF2-40B4-BE49-F238E27FC236}">
                <a16:creationId xmlns:a16="http://schemas.microsoft.com/office/drawing/2014/main" id="{8CC892C5-4541-4D41-A885-B83C78FEB476}"/>
              </a:ext>
            </a:extLst>
          </p:cNvPr>
          <p:cNvSpPr txBox="1"/>
          <p:nvPr/>
        </p:nvSpPr>
        <p:spPr>
          <a:xfrm>
            <a:off x="5626100" y="3354388"/>
            <a:ext cx="3149600" cy="787400"/>
          </a:xfrm>
          <a:prstGeom prst="rect">
            <a:avLst/>
          </a:prstGeom>
          <a:noFill/>
        </p:spPr>
        <p:txBody>
          <a:bodyPr vertOverflow="overflow" vert="horz" wrap="square" rtlCol="0" anchor="t">
            <a:noAutofit/>
          </a:bodyPr>
          <a:lstStyle/>
          <a:p>
            <a:pPr algn="l"/>
            <a:r>
              <a:rPr lang="en-US">
                <a:solidFill>
                  <a:srgbClr val="323130"/>
                </a:solidFill>
                <a:latin typeface="Century Gothic"/>
              </a:rPr>
              <a:t>Citations on every answer; investigators approve every entity merge.</a:t>
            </a:r>
          </a:p>
        </p:txBody>
      </p:sp>
    </p:spTree>
    <p:extLst>
      <p:ext uri="{BB962C8B-B14F-4D97-AF65-F5344CB8AC3E}">
        <p14:creationId xmlns:p14="http://schemas.microsoft.com/office/powerpoint/2010/main" val="2512394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5DA73B-4B56-4CB6-3E07-815F612CC36E}"/>
              </a:ext>
            </a:extLst>
          </p:cNvPr>
          <p:cNvSpPr>
            <a:spLocks noGrp="1"/>
          </p:cNvSpPr>
          <p:nvPr>
            <p:ph type="sldNum" idx="10"/>
          </p:nvPr>
        </p:nvSpPr>
        <p:spPr/>
        <p:txBody>
          <a:bodyPr/>
          <a:lstStyle/>
          <a:p>
            <a:fld id="{93DB7E74-C4BF-421C-B40C-121327DBB773}" type="slidenum">
              <a:rPr lang="en" smtClean="0"/>
              <a:pPr/>
              <a:t>4</a:t>
            </a:fld>
            <a:endParaRPr lang="en"/>
          </a:p>
        </p:txBody>
      </p:sp>
      <p:sp>
        <p:nvSpPr>
          <p:cNvPr id="3" name="Title 2">
            <a:extLst>
              <a:ext uri="{FF2B5EF4-FFF2-40B4-BE49-F238E27FC236}">
                <a16:creationId xmlns:a16="http://schemas.microsoft.com/office/drawing/2014/main" id="{D52D6E51-A29B-2776-A89D-B3902A8013EC}"/>
              </a:ext>
            </a:extLst>
          </p:cNvPr>
          <p:cNvSpPr>
            <a:spLocks noGrp="1"/>
          </p:cNvSpPr>
          <p:nvPr>
            <p:ph type="title"/>
          </p:nvPr>
        </p:nvSpPr>
        <p:spPr>
          <a:xfrm>
            <a:off x="0" y="0"/>
            <a:ext cx="8681426" cy="538579"/>
          </a:xfrm>
        </p:spPr>
        <p:txBody>
          <a:bodyPr/>
          <a:lstStyle/>
          <a:p>
            <a:r>
              <a:rPr lang="en-US"/>
              <a:t>User Experience – Improve Product Adoption</a:t>
            </a:r>
          </a:p>
        </p:txBody>
      </p:sp>
      <p:pic>
        <p:nvPicPr>
          <p:cNvPr id="5" name="Picture 4">
            <a:extLst>
              <a:ext uri="{FF2B5EF4-FFF2-40B4-BE49-F238E27FC236}">
                <a16:creationId xmlns:a16="http://schemas.microsoft.com/office/drawing/2014/main" id="{34CE94E4-9CFE-EBE5-1E04-624DBF349EF0}"/>
              </a:ext>
            </a:extLst>
          </p:cNvPr>
          <p:cNvPicPr>
            <a:picLocks noChangeAspect="1"/>
          </p:cNvPicPr>
          <p:nvPr/>
        </p:nvPicPr>
        <p:blipFill>
          <a:blip r:embed="rId2"/>
          <a:stretch>
            <a:fillRect/>
          </a:stretch>
        </p:blipFill>
        <p:spPr>
          <a:xfrm>
            <a:off x="133711" y="860968"/>
            <a:ext cx="4796733" cy="2047487"/>
          </a:xfrm>
          <a:prstGeom prst="rect">
            <a:avLst/>
          </a:prstGeom>
        </p:spPr>
      </p:pic>
      <p:sp>
        <p:nvSpPr>
          <p:cNvPr id="7" name="TextBox 6">
            <a:extLst>
              <a:ext uri="{FF2B5EF4-FFF2-40B4-BE49-F238E27FC236}">
                <a16:creationId xmlns:a16="http://schemas.microsoft.com/office/drawing/2014/main" id="{718AEA94-2C23-0EB3-2FD7-E8FCDA6F90FD}"/>
              </a:ext>
            </a:extLst>
          </p:cNvPr>
          <p:cNvSpPr txBox="1"/>
          <p:nvPr/>
        </p:nvSpPr>
        <p:spPr>
          <a:xfrm>
            <a:off x="5050971" y="584515"/>
            <a:ext cx="4093028" cy="4146713"/>
          </a:xfrm>
          <a:prstGeom prst="rect">
            <a:avLst/>
          </a:prstGeom>
          <a:noFill/>
        </p:spPr>
        <p:txBody>
          <a:bodyPr wrap="square" lIns="91440" tIns="45720" rIns="91440" bIns="45720" anchor="t">
            <a:spAutoFit/>
          </a:bodyPr>
          <a:lstStyle/>
          <a:p>
            <a:pPr>
              <a:lnSpc>
                <a:spcPct val="150000"/>
              </a:lnSpc>
            </a:pPr>
            <a:r>
              <a:rPr lang="en-US" sz="1200" b="1"/>
              <a:t>User experience differentiators</a:t>
            </a:r>
          </a:p>
          <a:p>
            <a:pPr marL="228600" indent="-228600">
              <a:lnSpc>
                <a:spcPct val="150000"/>
              </a:lnSpc>
              <a:buFont typeface="+mj-lt"/>
              <a:buAutoNum type="arabicPeriod"/>
            </a:pPr>
            <a:r>
              <a:rPr lang="en-US" sz="1100" b="1"/>
              <a:t>Unified Workbench :  </a:t>
            </a:r>
            <a:r>
              <a:rPr lang="en-US" sz="1100"/>
              <a:t>Officer can review those cases and start investigation from single dashboard. </a:t>
            </a:r>
          </a:p>
          <a:p>
            <a:pPr marL="228600" indent="-228600">
              <a:lnSpc>
                <a:spcPct val="150000"/>
              </a:lnSpc>
              <a:buFont typeface="+mj-lt"/>
              <a:buAutoNum type="arabicPeriod"/>
            </a:pPr>
            <a:r>
              <a:rPr lang="en-US" sz="1100" b="1"/>
              <a:t>Intuitive views : </a:t>
            </a:r>
            <a:r>
              <a:rPr lang="en-US" sz="1100"/>
              <a:t>explore entity links in the graph. A </a:t>
            </a:r>
            <a:r>
              <a:rPr lang="en-US" sz="1100" u="sng"/>
              <a:t>planned timeline</a:t>
            </a:r>
            <a:r>
              <a:rPr lang="en-US" sz="1100"/>
              <a:t> adds chronological context.</a:t>
            </a:r>
            <a:endParaRPr lang="en-US" sz="1100" b="1"/>
          </a:p>
          <a:p>
            <a:pPr marL="228600" indent="-228600">
              <a:lnSpc>
                <a:spcPct val="150000"/>
              </a:lnSpc>
              <a:buFont typeface="+mj-lt"/>
              <a:buAutoNum type="arabicPeriod"/>
            </a:pPr>
            <a:r>
              <a:rPr lang="en-US" sz="1100" b="1"/>
              <a:t>Easy to use : </a:t>
            </a:r>
            <a:r>
              <a:rPr lang="en-US" sz="1100"/>
              <a:t>guided Steps and Prompts, sample questions and a short case walkthrough help officers complete their first evidence review</a:t>
            </a:r>
          </a:p>
          <a:p>
            <a:pPr marL="228600" indent="-228600">
              <a:lnSpc>
                <a:spcPct val="150000"/>
              </a:lnSpc>
              <a:buFont typeface="+mj-lt"/>
              <a:buAutoNum type="arabicPeriod"/>
            </a:pPr>
            <a:r>
              <a:rPr lang="en-US" sz="1100" b="1"/>
              <a:t>Continuity across sessions :</a:t>
            </a:r>
            <a:r>
              <a:rPr lang="en-US" sz="1100"/>
              <a:t>Save searches, filters and case views so officers can resume work without repeating setup.</a:t>
            </a:r>
          </a:p>
          <a:p>
            <a:pPr marL="228600" indent="-228600">
              <a:lnSpc>
                <a:spcPct val="150000"/>
              </a:lnSpc>
              <a:buFont typeface="+mj-lt"/>
              <a:buAutoNum type="arabicPeriod"/>
            </a:pPr>
            <a:r>
              <a:rPr lang="en-US" sz="1100" b="1"/>
              <a:t>Support different personas:</a:t>
            </a:r>
          </a:p>
          <a:p>
            <a:pPr marL="171450" lvl="5" indent="-171450">
              <a:lnSpc>
                <a:spcPct val="150000"/>
              </a:lnSpc>
              <a:buFontTx/>
              <a:buChar char="-"/>
            </a:pPr>
            <a:r>
              <a:rPr lang="en-US" sz="1100"/>
              <a:t>Operational officers: guided case tasks without technical knowledge.</a:t>
            </a:r>
          </a:p>
          <a:p>
            <a:pPr marL="171450" lvl="5" indent="-171450">
              <a:lnSpc>
                <a:spcPct val="150000"/>
              </a:lnSpc>
              <a:buFontTx/>
              <a:buChar char="-"/>
            </a:pPr>
            <a:r>
              <a:rPr lang="en-US" sz="1100"/>
              <a:t>Forensic officers: trace source evidence and inspect entity links.</a:t>
            </a:r>
          </a:p>
        </p:txBody>
      </p:sp>
      <p:sp>
        <p:nvSpPr>
          <p:cNvPr id="6" name="TextBox 5">
            <a:extLst>
              <a:ext uri="{FF2B5EF4-FFF2-40B4-BE49-F238E27FC236}">
                <a16:creationId xmlns:a16="http://schemas.microsoft.com/office/drawing/2014/main" id="{581C825C-0129-2B1D-E8D1-029EC0356517}"/>
              </a:ext>
            </a:extLst>
          </p:cNvPr>
          <p:cNvSpPr txBox="1"/>
          <p:nvPr/>
        </p:nvSpPr>
        <p:spPr>
          <a:xfrm>
            <a:off x="2659861" y="756465"/>
            <a:ext cx="1589922" cy="456535"/>
          </a:xfrm>
          <a:prstGeom prst="rect">
            <a:avLst/>
          </a:prstGeom>
          <a:noFill/>
        </p:spPr>
        <p:txBody>
          <a:bodyPr wrap="square" lIns="91440" tIns="45720" rIns="91440" bIns="45720" anchor="t">
            <a:spAutoFit/>
          </a:bodyPr>
          <a:lstStyle/>
          <a:p>
            <a:pPr>
              <a:lnSpc>
                <a:spcPct val="150000"/>
              </a:lnSpc>
            </a:pPr>
            <a:r>
              <a:rPr lang="en-US" sz="1800" b="1"/>
              <a:t>(from CPIB)</a:t>
            </a:r>
            <a:endParaRPr lang="en-US" sz="1600"/>
          </a:p>
        </p:txBody>
      </p:sp>
    </p:spTree>
    <p:extLst>
      <p:ext uri="{BB962C8B-B14F-4D97-AF65-F5344CB8AC3E}">
        <p14:creationId xmlns:p14="http://schemas.microsoft.com/office/powerpoint/2010/main" val="518869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18" name="Shape 16"/>
          <p:cNvSpPr/>
          <p:nvPr/>
        </p:nvSpPr>
        <p:spPr>
          <a:xfrm>
            <a:off x="3531870" y="1307415"/>
            <a:ext cx="5148483" cy="3050346"/>
          </a:xfrm>
          <a:prstGeom prst="roundRect">
            <a:avLst>
              <a:gd name="adj" fmla="val 1212"/>
            </a:avLst>
          </a:prstGeom>
          <a:solidFill>
            <a:srgbClr val="F2F5F9"/>
          </a:solidFill>
          <a:ln w="12700">
            <a:solidFill>
              <a:srgbClr val="D4DCE6"/>
            </a:solidFill>
            <a:prstDash val="solid"/>
          </a:ln>
        </p:spPr>
        <p:txBody>
          <a:bodyPr lIns="91440" tIns="45720" rIns="91440" bIns="45720" anchor="t"/>
          <a:lstStyle/>
          <a:p>
            <a:r>
              <a:rPr lang="en-US" b="1">
                <a:solidFill>
                  <a:schemeClr val="tx1"/>
                </a:solidFill>
                <a:latin typeface="Century Gothic"/>
              </a:rPr>
              <a:t>Knowledge Graph relationship view</a:t>
            </a:r>
            <a:endParaRPr lang="en-US">
              <a:solidFill>
                <a:schemeClr val="tx1"/>
              </a:solidFill>
              <a:latin typeface="Century Gothic"/>
            </a:endParaRPr>
          </a:p>
        </p:txBody>
      </p:sp>
      <p:sp>
        <p:nvSpPr>
          <p:cNvPr id="3" name="Text 1"/>
          <p:cNvSpPr/>
          <p:nvPr/>
        </p:nvSpPr>
        <p:spPr>
          <a:xfrm>
            <a:off x="127488" y="514327"/>
            <a:ext cx="8161020" cy="233172"/>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00" b="1">
                <a:solidFill>
                  <a:srgbClr val="000000"/>
                </a:solidFill>
                <a:latin typeface="Century Gothic"/>
              </a:rPr>
              <a:t>P = People , O = Object/Evidence, L = Location and E = Event</a:t>
            </a:r>
          </a:p>
        </p:txBody>
      </p:sp>
      <p:sp>
        <p:nvSpPr>
          <p:cNvPr id="4" name="Shape 2"/>
          <p:cNvSpPr/>
          <p:nvPr/>
        </p:nvSpPr>
        <p:spPr>
          <a:xfrm>
            <a:off x="445770" y="1307415"/>
            <a:ext cx="2880360" cy="3050346"/>
          </a:xfrm>
          <a:prstGeom prst="roundRect">
            <a:avLst>
              <a:gd name="adj" fmla="val 1429"/>
            </a:avLst>
          </a:prstGeom>
          <a:solidFill>
            <a:srgbClr val="FFFFFF"/>
          </a:solidFill>
          <a:ln w="12700">
            <a:solidFill>
              <a:srgbClr val="D8D8DE"/>
            </a:solidFill>
            <a:prstDash val="solid"/>
          </a:ln>
        </p:spPr>
        <p:txBody>
          <a:bodyPr lIns="91440" tIns="45720" rIns="91440" bIns="45720" anchor="t"/>
          <a:lstStyle/>
          <a:p>
            <a:r>
              <a:rPr lang="en-US" b="1">
                <a:solidFill>
                  <a:schemeClr val="tx1"/>
                </a:solidFill>
                <a:latin typeface="Century Gothic"/>
              </a:rPr>
              <a:t>Evidence Timeline :</a:t>
            </a:r>
            <a:endParaRPr lang="en-US">
              <a:solidFill>
                <a:schemeClr val="tx1"/>
              </a:solidFill>
              <a:latin typeface="Century Gothic"/>
            </a:endParaRPr>
          </a:p>
        </p:txBody>
      </p:sp>
      <p:sp>
        <p:nvSpPr>
          <p:cNvPr id="6" name="Shape 4"/>
          <p:cNvSpPr/>
          <p:nvPr/>
        </p:nvSpPr>
        <p:spPr>
          <a:xfrm>
            <a:off x="798635" y="2032020"/>
            <a:ext cx="308610" cy="1"/>
          </a:xfrm>
          <a:prstGeom prst="line">
            <a:avLst/>
          </a:prstGeom>
          <a:noFill/>
          <a:ln w="25400">
            <a:solidFill>
              <a:srgbClr val="6B1E69"/>
            </a:solidFill>
            <a:prstDash val="solid"/>
          </a:ln>
        </p:spPr>
        <p:txBody>
          <a:bodyPr/>
          <a:lstStyle/>
          <a:p>
            <a:endParaRPr lang="en-US" sz="900">
              <a:latin typeface="Century Gothic"/>
            </a:endParaRPr>
          </a:p>
        </p:txBody>
      </p:sp>
      <p:sp>
        <p:nvSpPr>
          <p:cNvPr id="7" name="Text 5"/>
          <p:cNvSpPr/>
          <p:nvPr/>
        </p:nvSpPr>
        <p:spPr>
          <a:xfrm>
            <a:off x="579179" y="1853712"/>
            <a:ext cx="445770" cy="17145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a:solidFill>
                  <a:srgbClr val="6B1E69"/>
                </a:solidFill>
                <a:latin typeface="Century Gothic"/>
              </a:rPr>
              <a:t>09:14</a:t>
            </a:r>
            <a:endParaRPr lang="en-US" sz="900">
              <a:latin typeface="Century Gothic"/>
            </a:endParaRPr>
          </a:p>
        </p:txBody>
      </p:sp>
      <p:sp>
        <p:nvSpPr>
          <p:cNvPr id="8" name="Text 6"/>
          <p:cNvSpPr/>
          <p:nvPr/>
        </p:nvSpPr>
        <p:spPr>
          <a:xfrm>
            <a:off x="1164923" y="1833607"/>
            <a:ext cx="1973872" cy="309078"/>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a:solidFill>
                  <a:srgbClr val="000000"/>
                </a:solidFill>
                <a:latin typeface="Century Gothic"/>
              </a:rPr>
              <a:t>Meeting arranged with Vendor X</a:t>
            </a:r>
          </a:p>
        </p:txBody>
      </p:sp>
      <p:sp>
        <p:nvSpPr>
          <p:cNvPr id="9" name="Shape 7"/>
          <p:cNvSpPr/>
          <p:nvPr/>
        </p:nvSpPr>
        <p:spPr>
          <a:xfrm>
            <a:off x="798635" y="2635524"/>
            <a:ext cx="308610" cy="1"/>
          </a:xfrm>
          <a:prstGeom prst="line">
            <a:avLst/>
          </a:prstGeom>
          <a:noFill/>
          <a:ln w="25400">
            <a:solidFill>
              <a:srgbClr val="6B1E69"/>
            </a:solidFill>
            <a:prstDash val="solid"/>
          </a:ln>
        </p:spPr>
        <p:txBody>
          <a:bodyPr/>
          <a:lstStyle/>
          <a:p>
            <a:endParaRPr lang="en-US" sz="900">
              <a:latin typeface="Century Gothic"/>
            </a:endParaRPr>
          </a:p>
        </p:txBody>
      </p:sp>
      <p:sp>
        <p:nvSpPr>
          <p:cNvPr id="10" name="Text 8"/>
          <p:cNvSpPr/>
          <p:nvPr/>
        </p:nvSpPr>
        <p:spPr>
          <a:xfrm>
            <a:off x="579179" y="2457216"/>
            <a:ext cx="445770" cy="17145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a:solidFill>
                  <a:srgbClr val="6B1E69"/>
                </a:solidFill>
                <a:latin typeface="Century Gothic"/>
              </a:rPr>
              <a:t>11:42</a:t>
            </a:r>
            <a:endParaRPr lang="en-US" sz="900">
              <a:latin typeface="Century Gothic"/>
            </a:endParaRPr>
          </a:p>
        </p:txBody>
      </p:sp>
      <p:sp>
        <p:nvSpPr>
          <p:cNvPr id="11" name="Text 9"/>
          <p:cNvSpPr/>
          <p:nvPr/>
        </p:nvSpPr>
        <p:spPr>
          <a:xfrm>
            <a:off x="1164923" y="2459091"/>
            <a:ext cx="1973872" cy="309079"/>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a:solidFill>
                  <a:srgbClr val="000000"/>
                </a:solidFill>
                <a:latin typeface="Century Gothic"/>
              </a:rPr>
              <a:t>Payment reference appears in chat</a:t>
            </a:r>
          </a:p>
        </p:txBody>
      </p:sp>
      <p:sp>
        <p:nvSpPr>
          <p:cNvPr id="12" name="Shape 10"/>
          <p:cNvSpPr/>
          <p:nvPr/>
        </p:nvSpPr>
        <p:spPr>
          <a:xfrm>
            <a:off x="798635" y="3239028"/>
            <a:ext cx="308610" cy="1"/>
          </a:xfrm>
          <a:prstGeom prst="line">
            <a:avLst/>
          </a:prstGeom>
          <a:noFill/>
          <a:ln w="25400">
            <a:solidFill>
              <a:srgbClr val="6B1E69"/>
            </a:solidFill>
            <a:prstDash val="solid"/>
          </a:ln>
        </p:spPr>
        <p:txBody>
          <a:bodyPr/>
          <a:lstStyle/>
          <a:p>
            <a:endParaRPr lang="en-US" sz="900">
              <a:latin typeface="Century Gothic"/>
            </a:endParaRPr>
          </a:p>
        </p:txBody>
      </p:sp>
      <p:sp>
        <p:nvSpPr>
          <p:cNvPr id="13" name="Text 11"/>
          <p:cNvSpPr/>
          <p:nvPr/>
        </p:nvSpPr>
        <p:spPr>
          <a:xfrm>
            <a:off x="579179" y="3060720"/>
            <a:ext cx="445770" cy="17145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a:solidFill>
                  <a:srgbClr val="6B1E69"/>
                </a:solidFill>
                <a:latin typeface="Century Gothic"/>
              </a:rPr>
              <a:t>14:05</a:t>
            </a:r>
            <a:endParaRPr lang="en-US" sz="900">
              <a:latin typeface="Century Gothic"/>
            </a:endParaRPr>
          </a:p>
        </p:txBody>
      </p:sp>
      <p:sp>
        <p:nvSpPr>
          <p:cNvPr id="14" name="Text 12"/>
          <p:cNvSpPr/>
          <p:nvPr/>
        </p:nvSpPr>
        <p:spPr>
          <a:xfrm>
            <a:off x="1179576" y="3040615"/>
            <a:ext cx="1885950" cy="301752"/>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a:solidFill>
                  <a:srgbClr val="000000"/>
                </a:solidFill>
                <a:latin typeface="Century Gothic"/>
              </a:rPr>
              <a:t>Witness statement names same contact</a:t>
            </a:r>
          </a:p>
        </p:txBody>
      </p:sp>
      <p:sp>
        <p:nvSpPr>
          <p:cNvPr id="15" name="Shape 13"/>
          <p:cNvSpPr/>
          <p:nvPr/>
        </p:nvSpPr>
        <p:spPr>
          <a:xfrm>
            <a:off x="798635" y="3842532"/>
            <a:ext cx="308610" cy="1"/>
          </a:xfrm>
          <a:prstGeom prst="line">
            <a:avLst/>
          </a:prstGeom>
          <a:noFill/>
          <a:ln w="25400">
            <a:solidFill>
              <a:srgbClr val="6B1E69"/>
            </a:solidFill>
            <a:prstDash val="solid"/>
          </a:ln>
        </p:spPr>
        <p:txBody>
          <a:bodyPr/>
          <a:lstStyle/>
          <a:p>
            <a:endParaRPr lang="en-US" sz="900">
              <a:latin typeface="Century Gothic"/>
            </a:endParaRPr>
          </a:p>
        </p:txBody>
      </p:sp>
      <p:sp>
        <p:nvSpPr>
          <p:cNvPr id="16" name="Text 14"/>
          <p:cNvSpPr/>
          <p:nvPr/>
        </p:nvSpPr>
        <p:spPr>
          <a:xfrm>
            <a:off x="579179" y="3664224"/>
            <a:ext cx="445770" cy="17145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a:solidFill>
                  <a:srgbClr val="6B1E69"/>
                </a:solidFill>
                <a:latin typeface="Century Gothic"/>
              </a:rPr>
              <a:t>16:30</a:t>
            </a:r>
            <a:endParaRPr lang="en-US" sz="900">
              <a:latin typeface="Century Gothic"/>
            </a:endParaRPr>
          </a:p>
        </p:txBody>
      </p:sp>
      <p:sp>
        <p:nvSpPr>
          <p:cNvPr id="17" name="Text 15"/>
          <p:cNvSpPr/>
          <p:nvPr/>
        </p:nvSpPr>
        <p:spPr>
          <a:xfrm>
            <a:off x="1179576" y="3644119"/>
            <a:ext cx="1885950" cy="301752"/>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a:solidFill>
                  <a:srgbClr val="000000"/>
                </a:solidFill>
                <a:latin typeface="Century Gothic"/>
              </a:rPr>
              <a:t>Audio transcript confirms location</a:t>
            </a:r>
          </a:p>
        </p:txBody>
      </p:sp>
      <p:sp>
        <p:nvSpPr>
          <p:cNvPr id="20" name="Shape 18"/>
          <p:cNvSpPr/>
          <p:nvPr/>
        </p:nvSpPr>
        <p:spPr>
          <a:xfrm flipV="1">
            <a:off x="5991078" y="2102181"/>
            <a:ext cx="1645920" cy="651510"/>
          </a:xfrm>
          <a:prstGeom prst="line">
            <a:avLst/>
          </a:prstGeom>
          <a:noFill/>
          <a:ln w="19050">
            <a:solidFill>
              <a:srgbClr val="8492A6"/>
            </a:solidFill>
            <a:prstDash val="solid"/>
            <a:headEnd type="none"/>
            <a:tailEnd type="triangle"/>
          </a:ln>
        </p:spPr>
        <p:txBody>
          <a:bodyPr/>
          <a:lstStyle/>
          <a:p>
            <a:endParaRPr lang="en-US"/>
          </a:p>
        </p:txBody>
      </p:sp>
      <p:sp>
        <p:nvSpPr>
          <p:cNvPr id="21" name="Shape 19"/>
          <p:cNvSpPr/>
          <p:nvPr/>
        </p:nvSpPr>
        <p:spPr>
          <a:xfrm>
            <a:off x="5991078" y="2739038"/>
            <a:ext cx="1577340" cy="891540"/>
          </a:xfrm>
          <a:prstGeom prst="line">
            <a:avLst/>
          </a:prstGeom>
          <a:noFill/>
          <a:ln w="19050">
            <a:solidFill>
              <a:srgbClr val="8492A6"/>
            </a:solidFill>
            <a:prstDash val="solid"/>
            <a:headEnd type="none"/>
            <a:tailEnd type="triangle"/>
          </a:ln>
        </p:spPr>
        <p:txBody>
          <a:bodyPr/>
          <a:lstStyle/>
          <a:p>
            <a:endParaRPr lang="en-US"/>
          </a:p>
        </p:txBody>
      </p:sp>
      <p:sp>
        <p:nvSpPr>
          <p:cNvPr id="22" name="Shape 20"/>
          <p:cNvSpPr/>
          <p:nvPr/>
        </p:nvSpPr>
        <p:spPr>
          <a:xfrm flipH="1">
            <a:off x="4550898" y="2739038"/>
            <a:ext cx="1440180" cy="925830"/>
          </a:xfrm>
          <a:prstGeom prst="line">
            <a:avLst/>
          </a:prstGeom>
          <a:noFill/>
          <a:ln w="19050">
            <a:solidFill>
              <a:srgbClr val="8492A6"/>
            </a:solidFill>
            <a:prstDash val="solid"/>
            <a:headEnd type="none"/>
            <a:tailEnd type="triangle"/>
          </a:ln>
        </p:spPr>
        <p:txBody>
          <a:bodyPr/>
          <a:lstStyle/>
          <a:p>
            <a:endParaRPr lang="en-US"/>
          </a:p>
        </p:txBody>
      </p:sp>
      <p:sp>
        <p:nvSpPr>
          <p:cNvPr id="23" name="Shape 21"/>
          <p:cNvSpPr/>
          <p:nvPr/>
        </p:nvSpPr>
        <p:spPr>
          <a:xfrm flipH="1" flipV="1">
            <a:off x="4585188" y="2053238"/>
            <a:ext cx="1405890" cy="685800"/>
          </a:xfrm>
          <a:prstGeom prst="line">
            <a:avLst/>
          </a:prstGeom>
          <a:noFill/>
          <a:ln w="19050">
            <a:solidFill>
              <a:srgbClr val="8492A6"/>
            </a:solidFill>
            <a:prstDash val="solid"/>
            <a:headEnd type="none"/>
            <a:tailEnd type="triangle"/>
          </a:ln>
        </p:spPr>
        <p:txBody>
          <a:bodyPr/>
          <a:lstStyle/>
          <a:p>
            <a:endParaRPr lang="en-US"/>
          </a:p>
        </p:txBody>
      </p:sp>
      <p:sp>
        <p:nvSpPr>
          <p:cNvPr id="24" name="Shape 22"/>
          <p:cNvSpPr/>
          <p:nvPr/>
        </p:nvSpPr>
        <p:spPr>
          <a:xfrm flipH="1">
            <a:off x="7568418" y="2087528"/>
            <a:ext cx="68580" cy="1543050"/>
          </a:xfrm>
          <a:prstGeom prst="line">
            <a:avLst/>
          </a:prstGeom>
          <a:noFill/>
          <a:ln w="19050">
            <a:solidFill>
              <a:srgbClr val="8492A6"/>
            </a:solidFill>
            <a:prstDash val="solid"/>
            <a:headEnd type="none"/>
            <a:tailEnd type="triangle"/>
          </a:ln>
        </p:spPr>
        <p:txBody>
          <a:bodyPr/>
          <a:lstStyle/>
          <a:p>
            <a:endParaRPr lang="en-US"/>
          </a:p>
        </p:txBody>
      </p:sp>
      <p:sp>
        <p:nvSpPr>
          <p:cNvPr id="25" name="Shape 23"/>
          <p:cNvSpPr/>
          <p:nvPr/>
        </p:nvSpPr>
        <p:spPr>
          <a:xfrm>
            <a:off x="5613888" y="2519582"/>
            <a:ext cx="788670" cy="466344"/>
          </a:xfrm>
          <a:prstGeom prst="ellipse">
            <a:avLst/>
          </a:prstGeom>
          <a:solidFill>
            <a:srgbClr val="6B1E69"/>
          </a:solidFill>
          <a:ln w="12700">
            <a:solidFill>
              <a:srgbClr val="6B1E69"/>
            </a:solidFill>
            <a:prstDash val="solid"/>
          </a:ln>
          <a:effectLst>
            <a:outerShdw blurRad="12700" dist="6350" dir="2700000" algn="bl" rotWithShape="0">
              <a:srgbClr val="000000">
                <a:alpha val="12000"/>
              </a:srgbClr>
            </a:outerShdw>
          </a:effectLst>
        </p:spPr>
        <p:txBody>
          <a:bodyPr/>
          <a:lstStyle/>
          <a:p>
            <a:endParaRPr lang="en-US"/>
          </a:p>
        </p:txBody>
      </p:sp>
      <p:sp>
        <p:nvSpPr>
          <p:cNvPr id="26" name="Text 24"/>
          <p:cNvSpPr/>
          <p:nvPr/>
        </p:nvSpPr>
        <p:spPr>
          <a:xfrm>
            <a:off x="5648178" y="2677316"/>
            <a:ext cx="720090" cy="12344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800" b="1">
                <a:solidFill>
                  <a:srgbClr val="FFFFFF"/>
                </a:solidFill>
              </a:rPr>
              <a:t>Officer A</a:t>
            </a:r>
            <a:endParaRPr lang="en-US" sz="800"/>
          </a:p>
        </p:txBody>
      </p:sp>
      <p:sp>
        <p:nvSpPr>
          <p:cNvPr id="27" name="Shape 25"/>
          <p:cNvSpPr/>
          <p:nvPr/>
        </p:nvSpPr>
        <p:spPr>
          <a:xfrm>
            <a:off x="7259808" y="1868072"/>
            <a:ext cx="788670" cy="466344"/>
          </a:xfrm>
          <a:prstGeom prst="ellipse">
            <a:avLst/>
          </a:prstGeom>
          <a:solidFill>
            <a:srgbClr val="2F6DB5"/>
          </a:solidFill>
          <a:ln w="12700">
            <a:solidFill>
              <a:srgbClr val="2F6DB5"/>
            </a:solidFill>
            <a:prstDash val="solid"/>
          </a:ln>
          <a:effectLst>
            <a:outerShdw blurRad="12700" dist="6350" dir="2700000" algn="bl" rotWithShape="0">
              <a:srgbClr val="000000">
                <a:alpha val="12000"/>
              </a:srgbClr>
            </a:outerShdw>
          </a:effectLst>
        </p:spPr>
        <p:txBody>
          <a:bodyPr/>
          <a:lstStyle/>
          <a:p>
            <a:endParaRPr lang="en-US"/>
          </a:p>
        </p:txBody>
      </p:sp>
      <p:sp>
        <p:nvSpPr>
          <p:cNvPr id="28" name="Text 26"/>
          <p:cNvSpPr/>
          <p:nvPr/>
        </p:nvSpPr>
        <p:spPr>
          <a:xfrm>
            <a:off x="7294098" y="2025806"/>
            <a:ext cx="720090" cy="12344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800" b="1">
                <a:solidFill>
                  <a:srgbClr val="FFFFFF"/>
                </a:solidFill>
              </a:rPr>
              <a:t>Vendor X</a:t>
            </a:r>
            <a:endParaRPr lang="en-US" sz="800"/>
          </a:p>
        </p:txBody>
      </p:sp>
      <p:sp>
        <p:nvSpPr>
          <p:cNvPr id="29" name="Shape 27"/>
          <p:cNvSpPr/>
          <p:nvPr/>
        </p:nvSpPr>
        <p:spPr>
          <a:xfrm>
            <a:off x="7191228" y="3411122"/>
            <a:ext cx="788670" cy="466344"/>
          </a:xfrm>
          <a:prstGeom prst="ellipse">
            <a:avLst/>
          </a:prstGeom>
          <a:solidFill>
            <a:srgbClr val="D47A2C"/>
          </a:solidFill>
          <a:ln w="12700">
            <a:solidFill>
              <a:srgbClr val="D47A2C"/>
            </a:solidFill>
            <a:prstDash val="solid"/>
          </a:ln>
          <a:effectLst>
            <a:outerShdw blurRad="12700" dist="6350" dir="2700000" algn="bl" rotWithShape="0">
              <a:srgbClr val="000000">
                <a:alpha val="12000"/>
              </a:srgbClr>
            </a:outerShdw>
          </a:effectLst>
        </p:spPr>
        <p:txBody>
          <a:bodyPr/>
          <a:lstStyle/>
          <a:p>
            <a:endParaRPr lang="en-US"/>
          </a:p>
        </p:txBody>
      </p:sp>
      <p:sp>
        <p:nvSpPr>
          <p:cNvPr id="30" name="Text 28"/>
          <p:cNvSpPr/>
          <p:nvPr/>
        </p:nvSpPr>
        <p:spPr>
          <a:xfrm>
            <a:off x="7225518" y="3568856"/>
            <a:ext cx="720090" cy="12344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825" b="1">
                <a:solidFill>
                  <a:srgbClr val="FFFFFF"/>
                </a:solidFill>
              </a:rPr>
              <a:t>Payment</a:t>
            </a:r>
            <a:endParaRPr lang="en-US" sz="825"/>
          </a:p>
        </p:txBody>
      </p:sp>
      <p:sp>
        <p:nvSpPr>
          <p:cNvPr id="31" name="Shape 29"/>
          <p:cNvSpPr/>
          <p:nvPr/>
        </p:nvSpPr>
        <p:spPr>
          <a:xfrm>
            <a:off x="4173708" y="3445412"/>
            <a:ext cx="788670" cy="466344"/>
          </a:xfrm>
          <a:prstGeom prst="ellipse">
            <a:avLst/>
          </a:prstGeom>
          <a:solidFill>
            <a:srgbClr val="168C8C"/>
          </a:solidFill>
          <a:ln w="12700">
            <a:solidFill>
              <a:srgbClr val="168C8C"/>
            </a:solidFill>
            <a:prstDash val="solid"/>
          </a:ln>
          <a:effectLst>
            <a:outerShdw blurRad="12700" dist="6350" dir="2700000" algn="bl" rotWithShape="0">
              <a:srgbClr val="000000">
                <a:alpha val="12000"/>
              </a:srgbClr>
            </a:outerShdw>
          </a:effectLst>
        </p:spPr>
        <p:txBody>
          <a:bodyPr/>
          <a:lstStyle/>
          <a:p>
            <a:endParaRPr lang="en-US"/>
          </a:p>
        </p:txBody>
      </p:sp>
      <p:sp>
        <p:nvSpPr>
          <p:cNvPr id="32" name="Text 30"/>
          <p:cNvSpPr/>
          <p:nvPr/>
        </p:nvSpPr>
        <p:spPr>
          <a:xfrm>
            <a:off x="4207998" y="3603146"/>
            <a:ext cx="720090" cy="12344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825" b="1">
                <a:solidFill>
                  <a:srgbClr val="FFFFFF"/>
                </a:solidFill>
              </a:rPr>
              <a:t>Location</a:t>
            </a:r>
            <a:endParaRPr lang="en-US" sz="825"/>
          </a:p>
        </p:txBody>
      </p:sp>
      <p:sp>
        <p:nvSpPr>
          <p:cNvPr id="33" name="Shape 31"/>
          <p:cNvSpPr/>
          <p:nvPr/>
        </p:nvSpPr>
        <p:spPr>
          <a:xfrm>
            <a:off x="4207998" y="1833782"/>
            <a:ext cx="788670" cy="466344"/>
          </a:xfrm>
          <a:prstGeom prst="ellipse">
            <a:avLst/>
          </a:prstGeom>
          <a:solidFill>
            <a:srgbClr val="2E7D5B"/>
          </a:solidFill>
          <a:ln w="12700">
            <a:solidFill>
              <a:srgbClr val="2E7D5B"/>
            </a:solidFill>
            <a:prstDash val="solid"/>
          </a:ln>
          <a:effectLst>
            <a:outerShdw blurRad="12700" dist="6350" dir="2700000" algn="bl" rotWithShape="0">
              <a:srgbClr val="000000">
                <a:alpha val="12000"/>
              </a:srgbClr>
            </a:outerShdw>
          </a:effectLst>
        </p:spPr>
        <p:txBody>
          <a:bodyPr/>
          <a:lstStyle/>
          <a:p>
            <a:endParaRPr lang="en-US"/>
          </a:p>
        </p:txBody>
      </p:sp>
      <p:sp>
        <p:nvSpPr>
          <p:cNvPr id="34" name="Text 32"/>
          <p:cNvSpPr/>
          <p:nvPr/>
        </p:nvSpPr>
        <p:spPr>
          <a:xfrm>
            <a:off x="4242288" y="1991516"/>
            <a:ext cx="720090" cy="12344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825" b="1">
                <a:solidFill>
                  <a:srgbClr val="FFFFFF"/>
                </a:solidFill>
              </a:rPr>
              <a:t>Witness</a:t>
            </a:r>
            <a:endParaRPr lang="en-US" sz="825"/>
          </a:p>
        </p:txBody>
      </p:sp>
      <p:sp>
        <p:nvSpPr>
          <p:cNvPr id="35" name="Text 33"/>
          <p:cNvSpPr/>
          <p:nvPr/>
        </p:nvSpPr>
        <p:spPr>
          <a:xfrm>
            <a:off x="693127" y="4445977"/>
            <a:ext cx="7818120" cy="30861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000" b="1">
                <a:solidFill>
                  <a:srgbClr val="730F6D"/>
                </a:solidFill>
                <a:latin typeface="Century Gothic"/>
              </a:rPr>
              <a:t>Highlight: cross-document and cross-conversation correlation can reveal corroboration, inconsistencies and relationships that are difficult to detect in a linear review.</a:t>
            </a:r>
            <a:endParaRPr lang="en-US" sz="1000">
              <a:solidFill>
                <a:srgbClr val="730F6D"/>
              </a:solidFill>
              <a:latin typeface="Century Gothic"/>
            </a:endParaRPr>
          </a:p>
        </p:txBody>
      </p:sp>
      <p:sp>
        <p:nvSpPr>
          <p:cNvPr id="36" name="Slide Number Placeholder 0"/>
          <p:cNvSpPr>
            <a:spLocks noGrp="1"/>
          </p:cNvSpPr>
          <p:nvPr>
            <p:ph type="sldNum" idx="10"/>
          </p:nvPr>
        </p:nvSpPr>
        <p:spPr>
          <a:prstGeom prst="rect">
            <a:avLst/>
          </a:prstGeom>
          <a:extLst>
            <a:ext uri="{C572A759-6A51-4108-AA02-DFA0A04FC94B}">
              <ma14:wrappingTextBoxFlag xmlns="" xmlns:ma14="http://schemas.microsoft.com/office/mac/drawingml/2011/main" val="0"/>
            </a:ext>
          </a:extLst>
        </p:spPr>
        <p:txBody>
          <a:bodyPr/>
          <a:lstStyle>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algn="l"/>
            <a:fld id="{F7021451-1387-4CA6-816F-3879F97B5CBC}" type="slidenum">
              <a:rPr lang="en-US" b="0"/>
              <a:t>5</a:t>
            </a:fld>
            <a:endParaRPr lang="en-US"/>
          </a:p>
        </p:txBody>
      </p:sp>
      <p:sp>
        <p:nvSpPr>
          <p:cNvPr id="37" name="Title 36">
            <a:extLst>
              <a:ext uri="{FF2B5EF4-FFF2-40B4-BE49-F238E27FC236}">
                <a16:creationId xmlns:a16="http://schemas.microsoft.com/office/drawing/2014/main" id="{6D495346-37D4-441C-9DD6-CD1803937EA0}"/>
              </a:ext>
            </a:extLst>
          </p:cNvPr>
          <p:cNvSpPr>
            <a:spLocks noGrp="1"/>
          </p:cNvSpPr>
          <p:nvPr>
            <p:ph type="title"/>
          </p:nvPr>
        </p:nvSpPr>
        <p:spPr>
          <a:xfrm>
            <a:off x="1688" y="-717"/>
            <a:ext cx="8681426" cy="538579"/>
          </a:xfrm>
        </p:spPr>
        <p:txBody>
          <a:bodyPr/>
          <a:lstStyle/>
          <a:p>
            <a:r>
              <a:rPr lang="en-US">
                <a:latin typeface="Century Gothic"/>
              </a:rPr>
              <a:t>Graph Based Investigation (POLE Data Model)</a:t>
            </a:r>
            <a:endParaRPr lang="en-US"/>
          </a:p>
        </p:txBody>
      </p:sp>
      <p:sp>
        <p:nvSpPr>
          <p:cNvPr id="39" name="Rectangle 38">
            <a:extLst>
              <a:ext uri="{FF2B5EF4-FFF2-40B4-BE49-F238E27FC236}">
                <a16:creationId xmlns:a16="http://schemas.microsoft.com/office/drawing/2014/main" id="{43E8799F-BD26-D531-8F53-687E093987BF}"/>
              </a:ext>
            </a:extLst>
          </p:cNvPr>
          <p:cNvSpPr/>
          <p:nvPr/>
        </p:nvSpPr>
        <p:spPr>
          <a:xfrm>
            <a:off x="446453" y="889977"/>
            <a:ext cx="8232531" cy="302847"/>
          </a:xfrm>
          <a:prstGeom prst="rect">
            <a:avLst/>
          </a:prstGeom>
          <a:solidFill>
            <a:srgbClr val="F3EEF3"/>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152400" tIns="0" rIns="152400" bIns="0" rtlCol="0" anchor="ctr" anchorCtr="0">
            <a:noAutofit/>
          </a:bodyPr>
          <a:lstStyle/>
          <a:p>
            <a:r>
              <a:rPr lang="en-US" sz="1200" b="1">
                <a:solidFill>
                  <a:srgbClr val="6B2E67"/>
                </a:solidFill>
                <a:latin typeface="Century Gothic"/>
              </a:rPr>
              <a:t>Investigator asks:</a:t>
            </a:r>
            <a:r>
              <a:rPr lang="en-US" sz="1200">
                <a:solidFill>
                  <a:srgbClr val="323130"/>
                </a:solidFill>
                <a:latin typeface="Century Gothic"/>
              </a:rPr>
              <a:t>  “How is Vendor X connected to Officer 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descr="/mnt/data/aca2720cd0.png">
            <a:extLst>
              <a:ext uri="{FF2B5EF4-FFF2-40B4-BE49-F238E27FC236}">
                <a16:creationId xmlns:a16="http://schemas.microsoft.com/office/drawing/2014/main" id="{89ED43DC-1421-CE68-C061-4310D811F299}"/>
              </a:ext>
            </a:extLst>
          </p:cNvPr>
          <p:cNvPicPr>
            <a:picLocks noChangeAspect="1"/>
          </p:cNvPicPr>
          <p:nvPr/>
        </p:nvPicPr>
        <p:blipFill>
          <a:blip r:embed="rId3"/>
          <a:stretch>
            <a:fillRect/>
          </a:stretch>
        </p:blipFill>
        <p:spPr>
          <a:xfrm>
            <a:off x="7820665" y="2061"/>
            <a:ext cx="1298955" cy="1292416"/>
          </a:xfrm>
          <a:prstGeom prst="ellipse">
            <a:avLst/>
          </a:prstGeom>
          <a:ln>
            <a:noFill/>
          </a:ln>
          <a:effectLst>
            <a:softEdge rad="112500"/>
          </a:effectLst>
        </p:spPr>
      </p:pic>
      <p:sp>
        <p:nvSpPr>
          <p:cNvPr id="2" name="Slide Number Placeholder 1">
            <a:extLst>
              <a:ext uri="{FF2B5EF4-FFF2-40B4-BE49-F238E27FC236}">
                <a16:creationId xmlns:a16="http://schemas.microsoft.com/office/drawing/2014/main" id="{DF6CA158-DF81-604F-2002-297EA2CF2C1F}"/>
              </a:ext>
            </a:extLst>
          </p:cNvPr>
          <p:cNvSpPr>
            <a:spLocks noGrp="1"/>
          </p:cNvSpPr>
          <p:nvPr>
            <p:ph type="sldNum" idx="10"/>
          </p:nvPr>
        </p:nvSpPr>
        <p:spPr/>
        <p:txBody>
          <a:bodyPr/>
          <a:lstStyle/>
          <a:p>
            <a:fld id="{93DB7E74-C4BF-421C-B40C-121327DBB773}" type="slidenum">
              <a:rPr lang="en" smtClean="0"/>
              <a:pPr/>
              <a:t>6</a:t>
            </a:fld>
            <a:endParaRPr lang="en"/>
          </a:p>
        </p:txBody>
      </p:sp>
      <p:sp>
        <p:nvSpPr>
          <p:cNvPr id="3" name="Title 2">
            <a:extLst>
              <a:ext uri="{FF2B5EF4-FFF2-40B4-BE49-F238E27FC236}">
                <a16:creationId xmlns:a16="http://schemas.microsoft.com/office/drawing/2014/main" id="{555C6289-56B6-9C8D-B25A-0ECA19DDE3E4}"/>
              </a:ext>
            </a:extLst>
          </p:cNvPr>
          <p:cNvSpPr>
            <a:spLocks noGrp="1"/>
          </p:cNvSpPr>
          <p:nvPr>
            <p:ph type="title"/>
          </p:nvPr>
        </p:nvSpPr>
        <p:spPr>
          <a:xfrm>
            <a:off x="-2686" y="1251"/>
            <a:ext cx="8681426" cy="538579"/>
          </a:xfrm>
        </p:spPr>
        <p:txBody>
          <a:bodyPr wrap="square" anchor="ctr"/>
          <a:lstStyle/>
          <a:p>
            <a:r>
              <a:rPr lang="en-US">
                <a:latin typeface="Century Gothic"/>
              </a:rPr>
              <a:t>Investigation Journey - Workflow</a:t>
            </a:r>
            <a:endParaRPr lang="en-US"/>
          </a:p>
        </p:txBody>
      </p:sp>
      <p:graphicFrame>
        <p:nvGraphicFramePr>
          <p:cNvPr id="5" name="Diagram 4">
            <a:extLst>
              <a:ext uri="{FF2B5EF4-FFF2-40B4-BE49-F238E27FC236}">
                <a16:creationId xmlns:a16="http://schemas.microsoft.com/office/drawing/2014/main" id="{A6149D64-F45E-E894-4432-67810C93C7DE}"/>
              </a:ext>
            </a:extLst>
          </p:cNvPr>
          <p:cNvGraphicFramePr/>
          <p:nvPr>
            <p:extLst>
              <p:ext uri="{D42A27DB-BD31-4B8C-83A1-F6EECF244321}">
                <p14:modId xmlns:p14="http://schemas.microsoft.com/office/powerpoint/2010/main" val="3519732803"/>
              </p:ext>
            </p:extLst>
          </p:nvPr>
        </p:nvGraphicFramePr>
        <p:xfrm>
          <a:off x="427769" y="763928"/>
          <a:ext cx="7344472" cy="34524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5" name="Workflow description"/>
          <p:cNvSpPr txBox="1"/>
          <p:nvPr/>
        </p:nvSpPr>
        <p:spPr>
          <a:xfrm>
            <a:off x="888659" y="1907768"/>
            <a:ext cx="2587688" cy="520079"/>
          </a:xfrm>
          <a:prstGeom prst="rect">
            <a:avLst/>
          </a:prstGeom>
          <a:noFill/>
        </p:spPr>
        <p:txBody>
          <a:bodyPr wrap="square" lIns="0" tIns="0" rIns="0" bIns="0" anchor="t">
            <a:spAutoFit/>
          </a:bodyPr>
          <a:lstStyle/>
          <a:p>
            <a:pPr algn="l">
              <a:lnSpc>
                <a:spcPct val="105000"/>
              </a:lnSpc>
              <a:spcBef>
                <a:spcPts val="0"/>
              </a:spcBef>
              <a:spcAft>
                <a:spcPts val="0"/>
              </a:spcAft>
            </a:pPr>
            <a:r>
              <a:rPr lang="en-US" sz="1100" b="0">
                <a:solidFill>
                  <a:srgbClr val="323130"/>
                </a:solidFill>
                <a:latin typeface="Century Gothic"/>
              </a:rPr>
              <a:t>- Case status and progress.</a:t>
            </a:r>
          </a:p>
          <a:p>
            <a:pPr algn="l">
              <a:lnSpc>
                <a:spcPct val="105000"/>
              </a:lnSpc>
              <a:spcBef>
                <a:spcPts val="0"/>
              </a:spcBef>
              <a:spcAft>
                <a:spcPts val="0"/>
              </a:spcAft>
            </a:pPr>
            <a:r>
              <a:rPr lang="en-US" sz="1100" b="0">
                <a:solidFill>
                  <a:srgbClr val="323130"/>
                </a:solidFill>
                <a:latin typeface="Century Gothic"/>
              </a:rPr>
              <a:t>- </a:t>
            </a:r>
            <a:r>
              <a:rPr sz="1100" b="0">
                <a:solidFill>
                  <a:srgbClr val="323130"/>
                </a:solidFill>
                <a:latin typeface="Century Gothic"/>
              </a:rPr>
              <a:t>Upload chats and </a:t>
            </a:r>
            <a:r>
              <a:rPr lang="en-US" sz="1100" b="0">
                <a:solidFill>
                  <a:srgbClr val="323130"/>
                </a:solidFill>
                <a:latin typeface="Century Gothic"/>
              </a:rPr>
              <a:t>statements to build the </a:t>
            </a:r>
            <a:r>
              <a:rPr sz="1100" b="0">
                <a:solidFill>
                  <a:srgbClr val="323130"/>
                </a:solidFill>
                <a:latin typeface="Century Gothic"/>
              </a:rPr>
              <a:t>case graph.</a:t>
            </a:r>
          </a:p>
        </p:txBody>
      </p:sp>
      <p:sp>
        <p:nvSpPr>
          <p:cNvPr id="36" name="Workflow description"/>
          <p:cNvSpPr txBox="1"/>
          <p:nvPr/>
        </p:nvSpPr>
        <p:spPr>
          <a:xfrm>
            <a:off x="2338696" y="3395355"/>
            <a:ext cx="2587752" cy="520079"/>
          </a:xfrm>
          <a:prstGeom prst="rect">
            <a:avLst/>
          </a:prstGeom>
          <a:noFill/>
        </p:spPr>
        <p:txBody>
          <a:bodyPr wrap="square" lIns="0" tIns="0" rIns="0" bIns="0" anchor="t">
            <a:spAutoFit/>
          </a:bodyPr>
          <a:lstStyle/>
          <a:p>
            <a:pPr>
              <a:lnSpc>
                <a:spcPct val="105000"/>
              </a:lnSpc>
            </a:pPr>
            <a:r>
              <a:rPr lang="en-US" sz="1100">
                <a:solidFill>
                  <a:srgbClr val="323130"/>
                </a:solidFill>
                <a:latin typeface="Century Gothic"/>
              </a:rPr>
              <a:t>Ask investigation questions and Trace evidence </a:t>
            </a:r>
            <a:r>
              <a:rPr lang="en-US" sz="1100" b="0">
                <a:solidFill>
                  <a:srgbClr val="323130"/>
                </a:solidFill>
                <a:latin typeface="Century Gothic"/>
              </a:rPr>
              <a:t>links </a:t>
            </a:r>
            <a:r>
              <a:rPr sz="1100" b="0">
                <a:solidFill>
                  <a:srgbClr val="323130"/>
                </a:solidFill>
                <a:latin typeface="Century Gothic"/>
              </a:rPr>
              <a:t>with</a:t>
            </a:r>
            <a:r>
              <a:rPr lang="en-US" sz="1100" b="0">
                <a:solidFill>
                  <a:srgbClr val="323130"/>
                </a:solidFill>
                <a:latin typeface="Century Gothic"/>
              </a:rPr>
              <a:t> </a:t>
            </a:r>
            <a:r>
              <a:rPr sz="1100" b="0">
                <a:solidFill>
                  <a:srgbClr val="323130"/>
                </a:solidFill>
                <a:latin typeface="Century Gothic"/>
              </a:rPr>
              <a:t>graph and keyword search.</a:t>
            </a:r>
            <a:endParaRPr lang="en-US" sz="1100" b="0">
              <a:solidFill>
                <a:srgbClr val="323130"/>
              </a:solidFill>
              <a:latin typeface="Century Gothic"/>
            </a:endParaRPr>
          </a:p>
        </p:txBody>
      </p:sp>
      <p:sp>
        <p:nvSpPr>
          <p:cNvPr id="37" name="Workflow description"/>
          <p:cNvSpPr txBox="1"/>
          <p:nvPr/>
        </p:nvSpPr>
        <p:spPr>
          <a:xfrm>
            <a:off x="3815961" y="1907768"/>
            <a:ext cx="3145536" cy="342338"/>
          </a:xfrm>
          <a:prstGeom prst="rect">
            <a:avLst/>
          </a:prstGeom>
          <a:noFill/>
        </p:spPr>
        <p:txBody>
          <a:bodyPr wrap="square" lIns="0" tIns="0" rIns="0" bIns="0" anchor="t">
            <a:spAutoFit/>
          </a:bodyPr>
          <a:lstStyle/>
          <a:p>
            <a:pPr>
              <a:lnSpc>
                <a:spcPct val="105000"/>
              </a:lnSpc>
            </a:pPr>
            <a:r>
              <a:rPr lang="en-US" sz="1100" b="0">
                <a:solidFill>
                  <a:srgbClr val="323130"/>
                </a:solidFill>
                <a:latin typeface="Century Gothic"/>
              </a:rPr>
              <a:t>Verify </a:t>
            </a:r>
            <a:r>
              <a:rPr sz="1100" b="0">
                <a:solidFill>
                  <a:srgbClr val="323130"/>
                </a:solidFill>
                <a:latin typeface="Century Gothic"/>
              </a:rPr>
              <a:t>citations</a:t>
            </a:r>
            <a:r>
              <a:rPr lang="en-US" sz="1100" b="0">
                <a:solidFill>
                  <a:srgbClr val="323130"/>
                </a:solidFill>
                <a:latin typeface="Century Gothic"/>
              </a:rPr>
              <a:t>, entities</a:t>
            </a:r>
            <a:r>
              <a:rPr sz="1100" b="0">
                <a:solidFill>
                  <a:srgbClr val="323130"/>
                </a:solidFill>
                <a:latin typeface="Century Gothic"/>
              </a:rPr>
              <a:t> and statements</a:t>
            </a:r>
            <a:r>
              <a:rPr lang="en-US" sz="1100">
                <a:solidFill>
                  <a:srgbClr val="323130"/>
                </a:solidFill>
                <a:latin typeface="Century Gothic"/>
              </a:rPr>
              <a:t> with Fact Audits</a:t>
            </a:r>
            <a:endParaRPr lang="en-US" sz="1100" b="0">
              <a:solidFill>
                <a:srgbClr val="323130"/>
              </a:solidFill>
              <a:latin typeface="Century Gothic"/>
            </a:endParaRPr>
          </a:p>
        </p:txBody>
      </p:sp>
      <p:sp>
        <p:nvSpPr>
          <p:cNvPr id="38" name="Workflow description"/>
          <p:cNvSpPr txBox="1"/>
          <p:nvPr/>
        </p:nvSpPr>
        <p:spPr>
          <a:xfrm>
            <a:off x="5281174" y="3395355"/>
            <a:ext cx="2539491" cy="342338"/>
          </a:xfrm>
          <a:prstGeom prst="rect">
            <a:avLst/>
          </a:prstGeom>
          <a:noFill/>
        </p:spPr>
        <p:txBody>
          <a:bodyPr wrap="square" lIns="0" tIns="0" rIns="0" bIns="0" anchor="t">
            <a:spAutoFit/>
          </a:bodyPr>
          <a:lstStyle/>
          <a:p>
            <a:pPr algn="l">
              <a:lnSpc>
                <a:spcPct val="105000"/>
              </a:lnSpc>
              <a:spcBef>
                <a:spcPts val="0"/>
              </a:spcBef>
              <a:spcAft>
                <a:spcPts val="0"/>
              </a:spcAft>
            </a:pPr>
            <a:r>
              <a:rPr sz="1100" b="0">
                <a:solidFill>
                  <a:srgbClr val="323130"/>
                </a:solidFill>
                <a:latin typeface="Century Gothic"/>
              </a:rPr>
              <a:t>Review cited facts with the Case Supervisor.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FBC93-FD13-3ED0-FA61-B5219D1E20F4}"/>
              </a:ext>
            </a:extLst>
          </p:cNvPr>
          <p:cNvSpPr>
            <a:spLocks noGrp="1"/>
          </p:cNvSpPr>
          <p:nvPr>
            <p:ph type="ctrTitle"/>
          </p:nvPr>
        </p:nvSpPr>
        <p:spPr/>
        <p:txBody>
          <a:bodyPr/>
          <a:lstStyle/>
          <a:p>
            <a:r>
              <a:rPr lang="en-US"/>
              <a:t>Live demo</a:t>
            </a:r>
          </a:p>
        </p:txBody>
      </p:sp>
      <p:sp>
        <p:nvSpPr>
          <p:cNvPr id="3" name="Subtitle 2">
            <a:extLst>
              <a:ext uri="{FF2B5EF4-FFF2-40B4-BE49-F238E27FC236}">
                <a16:creationId xmlns:a16="http://schemas.microsoft.com/office/drawing/2014/main" id="{32130236-D16D-0996-9C09-B5F7D2BB2E1F}"/>
              </a:ext>
            </a:extLst>
          </p:cNvPr>
          <p:cNvSpPr>
            <a:spLocks noGrp="1"/>
          </p:cNvSpPr>
          <p:nvPr>
            <p:ph type="subTitle" idx="1"/>
          </p:nvPr>
        </p:nvSpPr>
        <p:spPr/>
        <p:txBody>
          <a:bodyPr/>
          <a:lstStyle/>
          <a:p>
            <a:r>
              <a:rPr lang="en-US"/>
              <a:t>One case, from evidence upload to case conclusion</a:t>
            </a:r>
          </a:p>
        </p:txBody>
      </p:sp>
      <p:sp>
        <p:nvSpPr>
          <p:cNvPr id="4" name="Slide Number Placeholder 3">
            <a:extLst>
              <a:ext uri="{FF2B5EF4-FFF2-40B4-BE49-F238E27FC236}">
                <a16:creationId xmlns:a16="http://schemas.microsoft.com/office/drawing/2014/main" id="{54FBD4EE-E3B0-53A4-ADC5-2DB750345FA2}"/>
              </a:ext>
            </a:extLst>
          </p:cNvPr>
          <p:cNvSpPr>
            <a:spLocks noGrp="1"/>
          </p:cNvSpPr>
          <p:nvPr>
            <p:ph type="sldNum" idx="4"/>
          </p:nvPr>
        </p:nvSpPr>
        <p:spPr/>
        <p:txBody>
          <a:bodyPr/>
          <a:lstStyle/>
          <a:p>
            <a:fld id="{93DB7E74-C4BF-421C-B40C-121327DBB773}" type="slidenum">
              <a:rPr lang="en" smtClean="0"/>
              <a:pPr/>
              <a:t>7</a:t>
            </a:fld>
            <a:endParaRPr lang="en"/>
          </a:p>
        </p:txBody>
      </p:sp>
    </p:spTree>
    <p:extLst>
      <p:ext uri="{BB962C8B-B14F-4D97-AF65-F5344CB8AC3E}">
        <p14:creationId xmlns:p14="http://schemas.microsoft.com/office/powerpoint/2010/main" val="222014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FAEEB8-B750-3AE6-588A-C2E3E7C02FA2}"/>
              </a:ext>
            </a:extLst>
          </p:cNvPr>
          <p:cNvSpPr>
            <a:spLocks noGrp="1"/>
          </p:cNvSpPr>
          <p:nvPr>
            <p:ph type="sldNum" idx="10"/>
          </p:nvPr>
        </p:nvSpPr>
        <p:spPr/>
        <p:txBody>
          <a:bodyPr/>
          <a:lstStyle/>
          <a:p>
            <a:fld id="{93DB7E74-C4BF-421C-B40C-121327DBB773}" type="slidenum">
              <a:rPr lang="en" smtClean="0"/>
              <a:pPr/>
              <a:t>8</a:t>
            </a:fld>
            <a:endParaRPr lang="en"/>
          </a:p>
        </p:txBody>
      </p:sp>
      <p:sp>
        <p:nvSpPr>
          <p:cNvPr id="3" name="Title 2">
            <a:extLst>
              <a:ext uri="{FF2B5EF4-FFF2-40B4-BE49-F238E27FC236}">
                <a16:creationId xmlns:a16="http://schemas.microsoft.com/office/drawing/2014/main" id="{0A10D2D8-62F4-9DE3-D946-B0C89C9A4E4C}"/>
              </a:ext>
            </a:extLst>
          </p:cNvPr>
          <p:cNvSpPr>
            <a:spLocks noGrp="1"/>
          </p:cNvSpPr>
          <p:nvPr>
            <p:ph type="title"/>
          </p:nvPr>
        </p:nvSpPr>
        <p:spPr>
          <a:xfrm>
            <a:off x="0" y="0"/>
            <a:ext cx="8681426" cy="538579"/>
          </a:xfrm>
        </p:spPr>
        <p:txBody>
          <a:bodyPr/>
          <a:lstStyle/>
          <a:p>
            <a:r>
              <a:rPr lang="en-US">
                <a:latin typeface="Century Gothic"/>
              </a:rPr>
              <a:t>Demo Flow – Bribery Scenario </a:t>
            </a:r>
            <a:endParaRPr lang="en-US"/>
          </a:p>
        </p:txBody>
      </p:sp>
      <p:grpSp>
        <p:nvGrpSpPr>
          <p:cNvPr id="5" name="Group 4">
            <a:extLst>
              <a:ext uri="{FF2B5EF4-FFF2-40B4-BE49-F238E27FC236}">
                <a16:creationId xmlns:a16="http://schemas.microsoft.com/office/drawing/2014/main" id="{88ECC4CE-F2D1-20DC-C301-C3DA82DFA652}"/>
              </a:ext>
            </a:extLst>
          </p:cNvPr>
          <p:cNvGrpSpPr/>
          <p:nvPr/>
        </p:nvGrpSpPr>
        <p:grpSpPr>
          <a:xfrm>
            <a:off x="157553" y="1693478"/>
            <a:ext cx="8689975" cy="2997200"/>
            <a:chOff x="241300" y="1562100"/>
            <a:chExt cx="8689975" cy="2997200"/>
          </a:xfrm>
        </p:grpSpPr>
        <p:sp>
          <p:nvSpPr>
            <p:cNvPr id="33" name="Oval 32">
              <a:extLst>
                <a:ext uri="{FF2B5EF4-FFF2-40B4-BE49-F238E27FC236}">
                  <a16:creationId xmlns:a16="http://schemas.microsoft.com/office/drawing/2014/main" id="{5B1D1CFA-BA08-A790-8F03-9E6EDC30321B}"/>
                </a:ext>
              </a:extLst>
            </p:cNvPr>
            <p:cNvSpPr/>
            <p:nvPr/>
          </p:nvSpPr>
          <p:spPr>
            <a:xfrm>
              <a:off x="241300" y="1651000"/>
              <a:ext cx="457200" cy="457200"/>
            </a:xfrm>
            <a:prstGeom prst="ellipse">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0" tIns="0" rIns="0" bIns="0" rtlCol="0" anchor="ctr" anchorCtr="0">
              <a:noAutofit/>
            </a:bodyPr>
            <a:lstStyle/>
            <a:p>
              <a:pPr algn="ctr"/>
              <a:r>
                <a:rPr lang="en-US" sz="1600" b="1">
                  <a:solidFill>
                    <a:srgbClr val="FFFFFF"/>
                  </a:solidFill>
                  <a:latin typeface="Century Gothic"/>
                </a:rPr>
                <a:t>1</a:t>
              </a:r>
            </a:p>
          </p:txBody>
        </p:sp>
        <p:sp>
          <p:nvSpPr>
            <p:cNvPr id="36" name="TextBox 35">
              <a:extLst>
                <a:ext uri="{FF2B5EF4-FFF2-40B4-BE49-F238E27FC236}">
                  <a16:creationId xmlns:a16="http://schemas.microsoft.com/office/drawing/2014/main" id="{704778FE-561C-4064-C9DA-377E45147E78}"/>
                </a:ext>
              </a:extLst>
            </p:cNvPr>
            <p:cNvSpPr txBox="1"/>
            <p:nvPr/>
          </p:nvSpPr>
          <p:spPr>
            <a:xfrm>
              <a:off x="863600" y="1562100"/>
              <a:ext cx="3175000" cy="635000"/>
            </a:xfrm>
            <a:prstGeom prst="rect">
              <a:avLst/>
            </a:prstGeom>
            <a:noFill/>
          </p:spPr>
          <p:txBody>
            <a:bodyPr vertOverflow="overflow" vert="horz" wrap="square" rtlCol="0" anchor="ctr" anchorCtr="0">
              <a:noAutofit/>
            </a:bodyPr>
            <a:lstStyle/>
            <a:p>
              <a:pPr algn="l"/>
              <a:r>
                <a:rPr lang="en-US" sz="1600" b="1">
                  <a:solidFill>
                    <a:srgbClr val="6B2E67"/>
                  </a:solidFill>
                  <a:latin typeface="Century Gothic"/>
                </a:rPr>
                <a:t>Start the case</a:t>
              </a:r>
            </a:p>
          </p:txBody>
        </p:sp>
        <p:sp>
          <p:nvSpPr>
            <p:cNvPr id="38" name="TextBox 37">
              <a:extLst>
                <a:ext uri="{FF2B5EF4-FFF2-40B4-BE49-F238E27FC236}">
                  <a16:creationId xmlns:a16="http://schemas.microsoft.com/office/drawing/2014/main" id="{0511FB40-8A51-C3AC-96F6-2F5F9CBBD307}"/>
                </a:ext>
              </a:extLst>
            </p:cNvPr>
            <p:cNvSpPr txBox="1"/>
            <p:nvPr/>
          </p:nvSpPr>
          <p:spPr>
            <a:xfrm>
              <a:off x="3541586" y="1562100"/>
              <a:ext cx="5389689" cy="674687"/>
            </a:xfrm>
            <a:prstGeom prst="rect">
              <a:avLst/>
            </a:prstGeom>
            <a:noFill/>
          </p:spPr>
          <p:txBody>
            <a:bodyPr vertOverflow="overflow" vert="horz" wrap="square" lIns="91440" tIns="45720" rIns="91440" bIns="45720" rtlCol="0" anchor="ctr" anchorCtr="0">
              <a:noAutofit/>
            </a:bodyPr>
            <a:lstStyle/>
            <a:p>
              <a:pPr algn="l"/>
              <a:r>
                <a:rPr lang="en-US" sz="1200">
                  <a:solidFill>
                    <a:srgbClr val="323130"/>
                  </a:solidFill>
                  <a:latin typeface="Century Gothic"/>
                </a:rPr>
                <a:t>Open the isolated Evidence Box workspace. Upload chats, statements and media; Builds a case knowledge graph from the evidence.</a:t>
              </a:r>
            </a:p>
          </p:txBody>
        </p:sp>
        <p:cxnSp>
          <p:nvCxnSpPr>
            <p:cNvPr id="40" name="Straight Arrow Connector 39">
              <a:extLst>
                <a:ext uri="{FF2B5EF4-FFF2-40B4-BE49-F238E27FC236}">
                  <a16:creationId xmlns:a16="http://schemas.microsoft.com/office/drawing/2014/main" id="{20E66455-4C46-6DC3-1A04-E3D17243076F}"/>
                </a:ext>
              </a:extLst>
            </p:cNvPr>
            <p:cNvCxnSpPr/>
            <p:nvPr/>
          </p:nvCxnSpPr>
          <p:spPr>
            <a:xfrm>
              <a:off x="863600" y="2273300"/>
              <a:ext cx="8064500" cy="0"/>
            </a:xfrm>
            <a:prstGeom prst="straightConnector1">
              <a:avLst/>
            </a:prstGeom>
            <a:ln w="9525" cap="flat" cmpd="sng" algn="ctr">
              <a:solidFill>
                <a:srgbClr val="E0E0E0"/>
              </a:solidFill>
              <a:prstDash val="soli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DD8BA1AA-1914-A47D-CAA3-956370C44C8D}"/>
                </a:ext>
              </a:extLst>
            </p:cNvPr>
            <p:cNvSpPr/>
            <p:nvPr/>
          </p:nvSpPr>
          <p:spPr>
            <a:xfrm>
              <a:off x="241300" y="2438400"/>
              <a:ext cx="457200" cy="457200"/>
            </a:xfrm>
            <a:prstGeom prst="ellipse">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0" tIns="0" rIns="0" bIns="0" rtlCol="0" anchor="ctr" anchorCtr="0">
              <a:noAutofit/>
            </a:bodyPr>
            <a:lstStyle/>
            <a:p>
              <a:pPr algn="ctr"/>
              <a:r>
                <a:rPr lang="en-US" sz="1600" b="1">
                  <a:solidFill>
                    <a:srgbClr val="FFFFFF"/>
                  </a:solidFill>
                  <a:latin typeface="Century Gothic"/>
                </a:rPr>
                <a:t>2</a:t>
              </a:r>
            </a:p>
          </p:txBody>
        </p:sp>
        <p:sp>
          <p:nvSpPr>
            <p:cNvPr id="44" name="TextBox 43">
              <a:extLst>
                <a:ext uri="{FF2B5EF4-FFF2-40B4-BE49-F238E27FC236}">
                  <a16:creationId xmlns:a16="http://schemas.microsoft.com/office/drawing/2014/main" id="{1376313C-9975-D3A4-A403-E03086D554DB}"/>
                </a:ext>
              </a:extLst>
            </p:cNvPr>
            <p:cNvSpPr txBox="1"/>
            <p:nvPr/>
          </p:nvSpPr>
          <p:spPr>
            <a:xfrm>
              <a:off x="863600" y="2349500"/>
              <a:ext cx="3175000" cy="635000"/>
            </a:xfrm>
            <a:prstGeom prst="rect">
              <a:avLst/>
            </a:prstGeom>
            <a:noFill/>
          </p:spPr>
          <p:txBody>
            <a:bodyPr vertOverflow="overflow" vert="horz" wrap="square" lIns="91440" tIns="45720" rIns="91440" bIns="45720" rtlCol="0" anchor="ctr" anchorCtr="0">
              <a:noAutofit/>
            </a:bodyPr>
            <a:lstStyle/>
            <a:p>
              <a:pPr algn="l"/>
              <a:r>
                <a:rPr lang="en-US" sz="1600" b="1">
                  <a:solidFill>
                    <a:srgbClr val="6B2E67"/>
                  </a:solidFill>
                  <a:latin typeface="Century Gothic"/>
                </a:rPr>
                <a:t>Investigate the case</a:t>
              </a:r>
            </a:p>
          </p:txBody>
        </p:sp>
        <p:sp>
          <p:nvSpPr>
            <p:cNvPr id="46" name="TextBox 45">
              <a:extLst>
                <a:ext uri="{FF2B5EF4-FFF2-40B4-BE49-F238E27FC236}">
                  <a16:creationId xmlns:a16="http://schemas.microsoft.com/office/drawing/2014/main" id="{66631290-BE61-7BCC-4311-47172F0C4C13}"/>
                </a:ext>
              </a:extLst>
            </p:cNvPr>
            <p:cNvSpPr txBox="1"/>
            <p:nvPr/>
          </p:nvSpPr>
          <p:spPr>
            <a:xfrm>
              <a:off x="3541586" y="2309813"/>
              <a:ext cx="5389689" cy="714374"/>
            </a:xfrm>
            <a:prstGeom prst="rect">
              <a:avLst/>
            </a:prstGeom>
            <a:noFill/>
          </p:spPr>
          <p:txBody>
            <a:bodyPr vertOverflow="overflow" vert="horz" wrap="square" lIns="91440" tIns="45720" rIns="91440" bIns="45720" rtlCol="0" anchor="ctr" anchorCtr="0">
              <a:noAutofit/>
            </a:bodyPr>
            <a:lstStyle/>
            <a:p>
              <a:r>
                <a:rPr lang="en-US" sz="1200">
                  <a:solidFill>
                    <a:srgbClr val="323130"/>
                  </a:solidFill>
                  <a:latin typeface="Century Gothic"/>
                </a:rPr>
                <a:t>Ask how people, companies or events connect. Graph and keyword search surface links; inspect the graph and open cited source material. Timeline visualization is supported for chronological analysis of events </a:t>
              </a:r>
            </a:p>
          </p:txBody>
        </p:sp>
        <p:cxnSp>
          <p:nvCxnSpPr>
            <p:cNvPr id="48" name="Straight Arrow Connector 47">
              <a:extLst>
                <a:ext uri="{FF2B5EF4-FFF2-40B4-BE49-F238E27FC236}">
                  <a16:creationId xmlns:a16="http://schemas.microsoft.com/office/drawing/2014/main" id="{E7B50AAA-B10F-DFBF-9D58-81FE2B2E60BA}"/>
                </a:ext>
              </a:extLst>
            </p:cNvPr>
            <p:cNvCxnSpPr/>
            <p:nvPr/>
          </p:nvCxnSpPr>
          <p:spPr>
            <a:xfrm>
              <a:off x="863600" y="3060700"/>
              <a:ext cx="8064500" cy="0"/>
            </a:xfrm>
            <a:prstGeom prst="straightConnector1">
              <a:avLst/>
            </a:prstGeom>
            <a:ln w="9525" cap="flat" cmpd="sng" algn="ctr">
              <a:solidFill>
                <a:srgbClr val="E0E0E0"/>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1D873C62-29C1-5D40-7A5C-8E8EA59B1B43}"/>
                </a:ext>
              </a:extLst>
            </p:cNvPr>
            <p:cNvSpPr/>
            <p:nvPr/>
          </p:nvSpPr>
          <p:spPr>
            <a:xfrm>
              <a:off x="241300" y="3225800"/>
              <a:ext cx="457200" cy="457200"/>
            </a:xfrm>
            <a:prstGeom prst="ellipse">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0" tIns="0" rIns="0" bIns="0" rtlCol="0" anchor="ctr" anchorCtr="0">
              <a:noAutofit/>
            </a:bodyPr>
            <a:lstStyle/>
            <a:p>
              <a:pPr algn="ctr"/>
              <a:r>
                <a:rPr lang="en-US" sz="1600" b="1">
                  <a:solidFill>
                    <a:srgbClr val="FFFFFF"/>
                  </a:solidFill>
                  <a:latin typeface="Century Gothic"/>
                </a:rPr>
                <a:t>3</a:t>
              </a:r>
            </a:p>
          </p:txBody>
        </p:sp>
        <p:sp>
          <p:nvSpPr>
            <p:cNvPr id="52" name="TextBox 51">
              <a:extLst>
                <a:ext uri="{FF2B5EF4-FFF2-40B4-BE49-F238E27FC236}">
                  <a16:creationId xmlns:a16="http://schemas.microsoft.com/office/drawing/2014/main" id="{1DE9967A-37A7-783C-9B73-2095037A13BE}"/>
                </a:ext>
              </a:extLst>
            </p:cNvPr>
            <p:cNvSpPr txBox="1"/>
            <p:nvPr/>
          </p:nvSpPr>
          <p:spPr>
            <a:xfrm>
              <a:off x="863600" y="3136900"/>
              <a:ext cx="3175000" cy="635000"/>
            </a:xfrm>
            <a:prstGeom prst="rect">
              <a:avLst/>
            </a:prstGeom>
            <a:noFill/>
          </p:spPr>
          <p:txBody>
            <a:bodyPr vertOverflow="overflow" vert="horz" wrap="square" rtlCol="0" anchor="ctr" anchorCtr="0">
              <a:noAutofit/>
            </a:bodyPr>
            <a:lstStyle/>
            <a:p>
              <a:pPr algn="l"/>
              <a:r>
                <a:rPr lang="en-US" sz="1600" b="1">
                  <a:solidFill>
                    <a:srgbClr val="6B2E67"/>
                  </a:solidFill>
                  <a:latin typeface="Century Gothic"/>
                </a:rPr>
                <a:t>Verify the facts</a:t>
              </a:r>
            </a:p>
          </p:txBody>
        </p:sp>
        <p:sp>
          <p:nvSpPr>
            <p:cNvPr id="54" name="TextBox 53">
              <a:extLst>
                <a:ext uri="{FF2B5EF4-FFF2-40B4-BE49-F238E27FC236}">
                  <a16:creationId xmlns:a16="http://schemas.microsoft.com/office/drawing/2014/main" id="{DF09F168-08B5-0FAF-4C0D-D07C589598FB}"/>
                </a:ext>
              </a:extLst>
            </p:cNvPr>
            <p:cNvSpPr txBox="1"/>
            <p:nvPr/>
          </p:nvSpPr>
          <p:spPr>
            <a:xfrm>
              <a:off x="3541586" y="3097213"/>
              <a:ext cx="5389689" cy="714374"/>
            </a:xfrm>
            <a:prstGeom prst="rect">
              <a:avLst/>
            </a:prstGeom>
            <a:noFill/>
          </p:spPr>
          <p:txBody>
            <a:bodyPr vertOverflow="overflow" vert="horz" wrap="square" rtlCol="0" anchor="ctr" anchorCtr="0">
              <a:noAutofit/>
            </a:bodyPr>
            <a:lstStyle/>
            <a:p>
              <a:pPr algn="l"/>
              <a:r>
                <a:rPr lang="en-US" sz="1200">
                  <a:solidFill>
                    <a:srgbClr val="323130"/>
                  </a:solidFill>
                  <a:latin typeface="Century Gothic"/>
                </a:rPr>
                <a:t>Check citations against the evidence. Validate or merge entity matches in Fact Audit, then compare statements for agreement and discrepancies.</a:t>
              </a:r>
            </a:p>
          </p:txBody>
        </p:sp>
        <p:cxnSp>
          <p:nvCxnSpPr>
            <p:cNvPr id="56" name="Straight Arrow Connector 55">
              <a:extLst>
                <a:ext uri="{FF2B5EF4-FFF2-40B4-BE49-F238E27FC236}">
                  <a16:creationId xmlns:a16="http://schemas.microsoft.com/office/drawing/2014/main" id="{E7FC7099-163B-F179-33E8-394E922928A5}"/>
                </a:ext>
              </a:extLst>
            </p:cNvPr>
            <p:cNvCxnSpPr/>
            <p:nvPr/>
          </p:nvCxnSpPr>
          <p:spPr>
            <a:xfrm>
              <a:off x="863600" y="3848100"/>
              <a:ext cx="8064500" cy="0"/>
            </a:xfrm>
            <a:prstGeom prst="straightConnector1">
              <a:avLst/>
            </a:prstGeom>
            <a:ln w="9525" cap="flat" cmpd="sng" algn="ctr">
              <a:solidFill>
                <a:srgbClr val="E0E0E0"/>
              </a:solidFill>
              <a:prstDash val="soli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5DAF6A9C-6722-35F3-19F2-23BE78A76488}"/>
                </a:ext>
              </a:extLst>
            </p:cNvPr>
            <p:cNvSpPr/>
            <p:nvPr/>
          </p:nvSpPr>
          <p:spPr>
            <a:xfrm>
              <a:off x="241300" y="4013200"/>
              <a:ext cx="457200" cy="457200"/>
            </a:xfrm>
            <a:prstGeom prst="ellipse">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0" tIns="0" rIns="0" bIns="0" rtlCol="0" anchor="ctr" anchorCtr="0">
              <a:noAutofit/>
            </a:bodyPr>
            <a:lstStyle/>
            <a:p>
              <a:pPr algn="ctr"/>
              <a:r>
                <a:rPr lang="en-US" sz="1600" b="1">
                  <a:solidFill>
                    <a:srgbClr val="FFFFFF"/>
                  </a:solidFill>
                  <a:latin typeface="Century Gothic"/>
                </a:rPr>
                <a:t>4</a:t>
              </a:r>
            </a:p>
          </p:txBody>
        </p:sp>
        <p:sp>
          <p:nvSpPr>
            <p:cNvPr id="60" name="TextBox 59">
              <a:extLst>
                <a:ext uri="{FF2B5EF4-FFF2-40B4-BE49-F238E27FC236}">
                  <a16:creationId xmlns:a16="http://schemas.microsoft.com/office/drawing/2014/main" id="{6F6736F1-27FB-2CF3-2D6D-481DB0B26968}"/>
                </a:ext>
              </a:extLst>
            </p:cNvPr>
            <p:cNvSpPr txBox="1"/>
            <p:nvPr/>
          </p:nvSpPr>
          <p:spPr>
            <a:xfrm>
              <a:off x="863600" y="3924300"/>
              <a:ext cx="3175000" cy="635000"/>
            </a:xfrm>
            <a:prstGeom prst="rect">
              <a:avLst/>
            </a:prstGeom>
            <a:noFill/>
          </p:spPr>
          <p:txBody>
            <a:bodyPr vertOverflow="overflow" vert="horz" wrap="square" rtlCol="0" anchor="ctr" anchorCtr="0">
              <a:noAutofit/>
            </a:bodyPr>
            <a:lstStyle/>
            <a:p>
              <a:pPr algn="l"/>
              <a:r>
                <a:rPr lang="en-US" sz="1600" b="1">
                  <a:solidFill>
                    <a:srgbClr val="6B2E67"/>
                  </a:solidFill>
                  <a:latin typeface="Century Gothic"/>
                </a:rPr>
                <a:t>Prepare the conclusion</a:t>
              </a:r>
            </a:p>
          </p:txBody>
        </p:sp>
        <p:sp>
          <p:nvSpPr>
            <p:cNvPr id="62" name="TextBox 61">
              <a:extLst>
                <a:ext uri="{FF2B5EF4-FFF2-40B4-BE49-F238E27FC236}">
                  <a16:creationId xmlns:a16="http://schemas.microsoft.com/office/drawing/2014/main" id="{08451FCD-6A9E-4A76-1931-C933C566EC4A}"/>
                </a:ext>
              </a:extLst>
            </p:cNvPr>
            <p:cNvSpPr txBox="1"/>
            <p:nvPr/>
          </p:nvSpPr>
          <p:spPr>
            <a:xfrm>
              <a:off x="3541586" y="3884613"/>
              <a:ext cx="5389689" cy="674687"/>
            </a:xfrm>
            <a:prstGeom prst="rect">
              <a:avLst/>
            </a:prstGeom>
            <a:noFill/>
          </p:spPr>
          <p:txBody>
            <a:bodyPr vertOverflow="overflow" vert="horz" wrap="square" rtlCol="0" anchor="ctr" anchorCtr="0">
              <a:noAutofit/>
            </a:bodyPr>
            <a:lstStyle/>
            <a:p>
              <a:pPr algn="l"/>
              <a:r>
                <a:rPr lang="en-US" sz="1200">
                  <a:solidFill>
                    <a:srgbClr val="323130"/>
                  </a:solidFill>
                  <a:latin typeface="Century Gothic"/>
                </a:rPr>
                <a:t>Review a cited summary of supported facts and open discrepancies with the Case Supervisor. Close with multilingual transcription and officer review.</a:t>
              </a:r>
            </a:p>
          </p:txBody>
        </p:sp>
      </p:grpSp>
      <p:sp>
        <p:nvSpPr>
          <p:cNvPr id="7" name="TextBox 6">
            <a:extLst>
              <a:ext uri="{FF2B5EF4-FFF2-40B4-BE49-F238E27FC236}">
                <a16:creationId xmlns:a16="http://schemas.microsoft.com/office/drawing/2014/main" id="{066677C3-784A-1542-49AF-2E9EACD51089}"/>
              </a:ext>
            </a:extLst>
          </p:cNvPr>
          <p:cNvSpPr txBox="1"/>
          <p:nvPr/>
        </p:nvSpPr>
        <p:spPr>
          <a:xfrm>
            <a:off x="164942" y="532430"/>
            <a:ext cx="8674525" cy="1017300"/>
          </a:xfrm>
          <a:prstGeom prst="rect">
            <a:avLst/>
          </a:prstGeom>
          <a:noFill/>
        </p:spPr>
        <p:txBody>
          <a:bodyPr wrap="square" lIns="13716" tIns="0" rIns="13716" bIns="0" anchor="ctr">
            <a:noAutofit/>
          </a:bodyPr>
          <a:lstStyle/>
          <a:p>
            <a:r>
              <a:rPr sz="1200" b="1">
                <a:solidFill>
                  <a:srgbClr val="6B2E67"/>
                </a:solidFill>
                <a:latin typeface="Century Gothic" panose="020B0502020202020204" pitchFamily="34" charset="0"/>
              </a:rPr>
              <a:t>Scenario:  </a:t>
            </a:r>
            <a:endParaRPr lang="en-US" sz="1200">
              <a:latin typeface="Century Gothic" panose="020B0502020202020204" pitchFamily="34" charset="0"/>
            </a:endParaRPr>
          </a:p>
          <a:p>
            <a:pPr marL="171450" indent="-171450">
              <a:buFont typeface="Calibri"/>
              <a:buChar char="-"/>
            </a:pPr>
            <a:r>
              <a:rPr lang="en-US" sz="1200">
                <a:solidFill>
                  <a:srgbClr val="323130"/>
                </a:solidFill>
                <a:latin typeface="Century Gothic"/>
              </a:rPr>
              <a:t>AI-assisted investigation involved different parties for High Value goods purchase between Procurement, Finance and Third-party supplier .</a:t>
            </a:r>
          </a:p>
          <a:p>
            <a:endParaRPr lang="en-US" sz="1200">
              <a:solidFill>
                <a:srgbClr val="323130"/>
              </a:solidFill>
              <a:latin typeface="Century Gothic" panose="020B0502020202020204" pitchFamily="34" charset="0"/>
            </a:endParaRPr>
          </a:p>
          <a:p>
            <a:r>
              <a:rPr sz="1200" b="1">
                <a:solidFill>
                  <a:srgbClr val="6B2E67"/>
                </a:solidFill>
                <a:latin typeface="Century Gothic" panose="020B0502020202020204" pitchFamily="34" charset="0"/>
              </a:rPr>
              <a:t>Persona:  </a:t>
            </a:r>
            <a:endParaRPr lang="en-US" sz="1200" b="1">
              <a:solidFill>
                <a:srgbClr val="6B2E67"/>
              </a:solidFill>
              <a:latin typeface="Century Gothic" panose="020B0502020202020204" pitchFamily="34" charset="0"/>
            </a:endParaRPr>
          </a:p>
          <a:p>
            <a:pPr marL="171450" indent="-171450">
              <a:buFont typeface="Calibri"/>
              <a:buChar char="-"/>
            </a:pPr>
            <a:r>
              <a:rPr sz="1200">
                <a:solidFill>
                  <a:srgbClr val="323130"/>
                </a:solidFill>
                <a:latin typeface="Century Gothic"/>
              </a:rPr>
              <a:t>Investigation Officer / Case Supervisor reviewing evidence, relationships and case progress</a:t>
            </a:r>
            <a:endParaRPr lang="en-US" sz="1200">
              <a:latin typeface="Century Gothic"/>
            </a:endParaRPr>
          </a:p>
        </p:txBody>
      </p:sp>
      <p:cxnSp>
        <p:nvCxnSpPr>
          <p:cNvPr id="9" name="Straight Arrow Connector 8">
            <a:extLst>
              <a:ext uri="{FF2B5EF4-FFF2-40B4-BE49-F238E27FC236}">
                <a16:creationId xmlns:a16="http://schemas.microsoft.com/office/drawing/2014/main" id="{994BD491-4814-EBF8-3A94-BE598B53A903}"/>
              </a:ext>
            </a:extLst>
          </p:cNvPr>
          <p:cNvCxnSpPr>
            <a:stCxn id="33" idx="4"/>
            <a:endCxn id="42" idx="0"/>
          </p:cNvCxnSpPr>
          <p:nvPr/>
        </p:nvCxnSpPr>
        <p:spPr>
          <a:xfrm>
            <a:off x="386153" y="2239578"/>
            <a:ext cx="0" cy="33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D11E546-9A29-438A-586F-1742134A2F5F}"/>
              </a:ext>
            </a:extLst>
          </p:cNvPr>
          <p:cNvCxnSpPr>
            <a:cxnSpLocks/>
            <a:stCxn id="42" idx="4"/>
            <a:endCxn id="50" idx="0"/>
          </p:cNvCxnSpPr>
          <p:nvPr/>
        </p:nvCxnSpPr>
        <p:spPr>
          <a:xfrm>
            <a:off x="386153" y="3026978"/>
            <a:ext cx="0" cy="33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69AE30A-185E-3C5D-DD78-1D6071CC28E6}"/>
              </a:ext>
            </a:extLst>
          </p:cNvPr>
          <p:cNvCxnSpPr>
            <a:cxnSpLocks/>
            <a:stCxn id="50" idx="4"/>
            <a:endCxn id="58" idx="0"/>
          </p:cNvCxnSpPr>
          <p:nvPr/>
        </p:nvCxnSpPr>
        <p:spPr>
          <a:xfrm>
            <a:off x="386153" y="3814378"/>
            <a:ext cx="0" cy="33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967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279F8-DD14-AAB7-166C-A176331F17F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A37174-890B-8652-EF1E-F9E9FB6E51AC}"/>
              </a:ext>
            </a:extLst>
          </p:cNvPr>
          <p:cNvSpPr>
            <a:spLocks noGrp="1"/>
          </p:cNvSpPr>
          <p:nvPr>
            <p:ph type="sldNum" idx="10"/>
          </p:nvPr>
        </p:nvSpPr>
        <p:spPr/>
        <p:txBody>
          <a:bodyPr/>
          <a:lstStyle/>
          <a:p>
            <a:fld id="{93DB7E74-C4BF-421C-B40C-121327DBB773}" type="slidenum">
              <a:rPr lang="en" smtClean="0"/>
              <a:pPr/>
              <a:t>9</a:t>
            </a:fld>
            <a:endParaRPr lang="en"/>
          </a:p>
        </p:txBody>
      </p:sp>
      <p:sp>
        <p:nvSpPr>
          <p:cNvPr id="3" name="Title 2">
            <a:extLst>
              <a:ext uri="{FF2B5EF4-FFF2-40B4-BE49-F238E27FC236}">
                <a16:creationId xmlns:a16="http://schemas.microsoft.com/office/drawing/2014/main" id="{EC99A1D3-4165-7655-796B-E5699F63868B}"/>
              </a:ext>
            </a:extLst>
          </p:cNvPr>
          <p:cNvSpPr>
            <a:spLocks noGrp="1"/>
          </p:cNvSpPr>
          <p:nvPr>
            <p:ph type="title"/>
          </p:nvPr>
        </p:nvSpPr>
        <p:spPr>
          <a:xfrm>
            <a:off x="0" y="0"/>
            <a:ext cx="8681426" cy="538579"/>
          </a:xfrm>
        </p:spPr>
        <p:txBody>
          <a:bodyPr/>
          <a:lstStyle/>
          <a:p>
            <a:r>
              <a:rPr lang="en-US" dirty="0">
                <a:latin typeface="Century Gothic"/>
              </a:rPr>
              <a:t>Demo Video#1</a:t>
            </a:r>
          </a:p>
        </p:txBody>
      </p:sp>
      <p:sp>
        <p:nvSpPr>
          <p:cNvPr id="4" name="TextBox 3">
            <a:extLst>
              <a:ext uri="{FF2B5EF4-FFF2-40B4-BE49-F238E27FC236}">
                <a16:creationId xmlns:a16="http://schemas.microsoft.com/office/drawing/2014/main" id="{2DAC882D-2199-2962-38D4-E030025AC241}"/>
              </a:ext>
            </a:extLst>
          </p:cNvPr>
          <p:cNvSpPr txBox="1"/>
          <p:nvPr/>
        </p:nvSpPr>
        <p:spPr>
          <a:xfrm>
            <a:off x="136477" y="4337429"/>
            <a:ext cx="887104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hlinkClick r:id="rId3"/>
              </a:rPr>
              <a:t>Knovel</a:t>
            </a:r>
            <a:r>
              <a:rPr lang="en-US" dirty="0">
                <a:hlinkClick r:id="rId3"/>
              </a:rPr>
              <a:t> OKIQ Demo Planning to CPIB-20261005_140431-Meeting Recording.mp4</a:t>
            </a:r>
            <a:endParaRPr lang="en-US" dirty="0"/>
          </a:p>
          <a:p>
            <a:pPr algn="ctr"/>
            <a:endParaRPr lang="en-US" dirty="0"/>
          </a:p>
        </p:txBody>
      </p:sp>
      <p:pic>
        <p:nvPicPr>
          <p:cNvPr id="5" name="Online Media 4" title="Knovel OKIQ Demo Planning to CPIB-20261005_140431-Meeting Recording.mp4">
            <a:hlinkClick r:id="" action="ppaction://noaction"/>
            <a:extLst>
              <a:ext uri="{FF2B5EF4-FFF2-40B4-BE49-F238E27FC236}">
                <a16:creationId xmlns:a16="http://schemas.microsoft.com/office/drawing/2014/main" id="{63B4B54E-39B5-BBE5-3982-D35F308428CA}"/>
              </a:ext>
            </a:extLst>
          </p:cNvPr>
          <p:cNvPicPr>
            <a:picLocks noRot="1" noChangeAspect="1"/>
          </p:cNvPicPr>
          <p:nvPr>
            <a:videoFile r:link="rId1"/>
          </p:nvPr>
        </p:nvPicPr>
        <p:blipFill>
          <a:blip r:embed="rId4"/>
          <a:stretch>
            <a:fillRect/>
          </a:stretch>
        </p:blipFill>
        <p:spPr>
          <a:xfrm>
            <a:off x="325841" y="676418"/>
            <a:ext cx="6300148" cy="3517711"/>
          </a:xfrm>
          <a:prstGeom prst="rect">
            <a:avLst/>
          </a:prstGeom>
        </p:spPr>
      </p:pic>
    </p:spTree>
    <p:extLst>
      <p:ext uri="{BB962C8B-B14F-4D97-AF65-F5344CB8AC3E}">
        <p14:creationId xmlns:p14="http://schemas.microsoft.com/office/powerpoint/2010/main" val="235895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screenshot of a black screen&#10;&#10;AI-generated content may be incorrect.">
            <a:extLst>
              <a:ext uri="{FF2B5EF4-FFF2-40B4-BE49-F238E27FC236}">
                <a16:creationId xmlns:a16="http://schemas.microsoft.com/office/drawing/2014/main" id="{4ECF94A8-C44B-4E7B-418D-C49B407F9C13}"/>
              </a:ext>
            </a:extLst>
          </p:cNvPr>
          <p:cNvPicPr>
            <a:picLocks noChangeAspect="1"/>
          </p:cNvPicPr>
          <p:nvPr/>
        </p:nvPicPr>
        <p:blipFill>
          <a:blip r:embed="rId3"/>
          <a:stretch>
            <a:fillRect/>
          </a:stretch>
        </p:blipFill>
        <p:spPr>
          <a:xfrm>
            <a:off x="80596" y="532604"/>
            <a:ext cx="5575789" cy="1821601"/>
          </a:xfrm>
          <a:prstGeom prst="rect">
            <a:avLst/>
          </a:prstGeom>
        </p:spPr>
      </p:pic>
      <p:sp>
        <p:nvSpPr>
          <p:cNvPr id="2" name="Slide Number Placeholder 1">
            <a:extLst>
              <a:ext uri="{FF2B5EF4-FFF2-40B4-BE49-F238E27FC236}">
                <a16:creationId xmlns:a16="http://schemas.microsoft.com/office/drawing/2014/main" id="{450145A0-C7D7-C08F-0DF8-8B3A1C4FF757}"/>
              </a:ext>
            </a:extLst>
          </p:cNvPr>
          <p:cNvSpPr>
            <a:spLocks noGrp="1"/>
          </p:cNvSpPr>
          <p:nvPr>
            <p:ph type="sldNum" idx="10"/>
          </p:nvPr>
        </p:nvSpPr>
        <p:spPr/>
        <p:txBody>
          <a:bodyPr/>
          <a:lstStyle/>
          <a:p>
            <a:fld id="{93DB7E74-C4BF-421C-B40C-121327DBB773}" type="slidenum">
              <a:rPr lang="en" smtClean="0"/>
              <a:pPr/>
              <a:t>10</a:t>
            </a:fld>
            <a:endParaRPr lang="en"/>
          </a:p>
        </p:txBody>
      </p:sp>
      <p:sp>
        <p:nvSpPr>
          <p:cNvPr id="3" name="Title 2">
            <a:extLst>
              <a:ext uri="{FF2B5EF4-FFF2-40B4-BE49-F238E27FC236}">
                <a16:creationId xmlns:a16="http://schemas.microsoft.com/office/drawing/2014/main" id="{DCFE0363-5D75-E90F-9B9D-9DB319CDDA27}"/>
              </a:ext>
            </a:extLst>
          </p:cNvPr>
          <p:cNvSpPr>
            <a:spLocks noGrp="1"/>
          </p:cNvSpPr>
          <p:nvPr>
            <p:ph type="title"/>
          </p:nvPr>
        </p:nvSpPr>
        <p:spPr>
          <a:xfrm>
            <a:off x="1689" y="-717"/>
            <a:ext cx="8681426" cy="538579"/>
          </a:xfrm>
        </p:spPr>
        <p:txBody>
          <a:bodyPr/>
          <a:lstStyle/>
          <a:p>
            <a:r>
              <a:rPr lang="en-US">
                <a:latin typeface="Century Gothic"/>
              </a:rPr>
              <a:t>Explore The Hidden Connection</a:t>
            </a:r>
            <a:endParaRPr lang="en-US"/>
          </a:p>
        </p:txBody>
      </p:sp>
      <p:pic>
        <p:nvPicPr>
          <p:cNvPr id="9" name="Picture 8" descr="A black and white map with white text&#10;&#10;AI-generated content may be incorrect.">
            <a:extLst>
              <a:ext uri="{FF2B5EF4-FFF2-40B4-BE49-F238E27FC236}">
                <a16:creationId xmlns:a16="http://schemas.microsoft.com/office/drawing/2014/main" id="{0EC3FDEA-5505-07D9-BB9A-AEDB2B2C72B3}"/>
              </a:ext>
            </a:extLst>
          </p:cNvPr>
          <p:cNvPicPr>
            <a:picLocks noChangeAspect="1"/>
          </p:cNvPicPr>
          <p:nvPr/>
        </p:nvPicPr>
        <p:blipFill>
          <a:blip r:embed="rId4"/>
          <a:stretch>
            <a:fillRect/>
          </a:stretch>
        </p:blipFill>
        <p:spPr>
          <a:xfrm>
            <a:off x="4578385" y="2044210"/>
            <a:ext cx="4141594" cy="2630367"/>
          </a:xfrm>
          <a:prstGeom prst="rect">
            <a:avLst/>
          </a:prstGeom>
        </p:spPr>
      </p:pic>
      <p:sp>
        <p:nvSpPr>
          <p:cNvPr id="11" name="Rectangle 10">
            <a:extLst>
              <a:ext uri="{FF2B5EF4-FFF2-40B4-BE49-F238E27FC236}">
                <a16:creationId xmlns:a16="http://schemas.microsoft.com/office/drawing/2014/main" id="{2A6256B5-012C-22E2-98BE-1EDD5B35A340}"/>
              </a:ext>
            </a:extLst>
          </p:cNvPr>
          <p:cNvSpPr/>
          <p:nvPr/>
        </p:nvSpPr>
        <p:spPr>
          <a:xfrm>
            <a:off x="4866908" y="3313601"/>
            <a:ext cx="2420937" cy="316888"/>
          </a:xfrm>
          <a:prstGeom prst="rect">
            <a:avLst/>
          </a:prstGeom>
          <a:noFill/>
          <a:ln w="63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DD1D5A51-A772-9C51-B01B-13D135EDA418}"/>
              </a:ext>
            </a:extLst>
          </p:cNvPr>
          <p:cNvCxnSpPr/>
          <p:nvPr/>
        </p:nvCxnSpPr>
        <p:spPr>
          <a:xfrm>
            <a:off x="3413125" y="1436687"/>
            <a:ext cx="1432412" cy="1762735"/>
          </a:xfrm>
          <a:prstGeom prst="straightConnector1">
            <a:avLst/>
          </a:prstGeom>
          <a:ln w="127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8118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54D8B4-656C-76B1-FCE4-8ED052E07C91}"/>
              </a:ext>
            </a:extLst>
          </p:cNvPr>
          <p:cNvSpPr>
            <a:spLocks noGrp="1"/>
          </p:cNvSpPr>
          <p:nvPr>
            <p:ph type="sldNum" idx="10"/>
          </p:nvPr>
        </p:nvSpPr>
        <p:spPr/>
        <p:txBody>
          <a:bodyPr/>
          <a:lstStyle/>
          <a:p>
            <a:fld id="{93DB7E74-C4BF-421C-B40C-121327DBB773}" type="slidenum">
              <a:rPr lang="en" smtClean="0"/>
              <a:pPr/>
              <a:t>11</a:t>
            </a:fld>
            <a:endParaRPr lang="en"/>
          </a:p>
        </p:txBody>
      </p:sp>
      <p:sp>
        <p:nvSpPr>
          <p:cNvPr id="3" name="Title 2">
            <a:extLst>
              <a:ext uri="{FF2B5EF4-FFF2-40B4-BE49-F238E27FC236}">
                <a16:creationId xmlns:a16="http://schemas.microsoft.com/office/drawing/2014/main" id="{553DACBB-DFEC-514D-BE17-FE6DCDE4D9D5}"/>
              </a:ext>
            </a:extLst>
          </p:cNvPr>
          <p:cNvSpPr>
            <a:spLocks noGrp="1"/>
          </p:cNvSpPr>
          <p:nvPr>
            <p:ph type="title"/>
          </p:nvPr>
        </p:nvSpPr>
        <p:spPr>
          <a:xfrm>
            <a:off x="168449" y="469671"/>
            <a:ext cx="8680841" cy="4412912"/>
          </a:xfrm>
        </p:spPr>
        <p:txBody>
          <a:bodyPr/>
          <a:lstStyle/>
          <a:p>
            <a:r>
              <a:rPr lang="en-US" sz="1000" i="0">
                <a:solidFill>
                  <a:srgbClr val="323130"/>
                </a:solidFill>
                <a:latin typeface="Century Gothic"/>
                <a:ea typeface="Segoe UI"/>
                <a:cs typeface="Segoe UI"/>
              </a:rPr>
              <a:t>Scenario:</a:t>
            </a:r>
            <a:r>
              <a:rPr lang="en-US" sz="1000" b="0" i="0">
                <a:solidFill>
                  <a:srgbClr val="323130"/>
                </a:solidFill>
                <a:latin typeface="Century Gothic"/>
                <a:ea typeface="Segoe UI"/>
                <a:cs typeface="Segoe UI"/>
              </a:rPr>
              <a:t> Investigation of case evidence from WhatsApp chats, witness/accused statements, and multimedia evidence using an </a:t>
            </a:r>
            <a:r>
              <a:rPr lang="en-US" sz="1000" b="0">
                <a:solidFill>
                  <a:srgbClr val="323130"/>
                </a:solidFill>
                <a:latin typeface="Century Gothic"/>
                <a:ea typeface="Segoe UI"/>
                <a:cs typeface="Segoe UI"/>
              </a:rPr>
              <a:t>AI investigator</a:t>
            </a:r>
            <a:r>
              <a:rPr lang="en-US" sz="1000" b="0" i="0">
                <a:solidFill>
                  <a:srgbClr val="323130"/>
                </a:solidFill>
                <a:latin typeface="Century Gothic"/>
                <a:ea typeface="Segoe UI"/>
                <a:cs typeface="Segoe UI"/>
              </a:rPr>
              <a:t> co-pilot platform </a:t>
            </a:r>
            <a:endParaRPr lang="en-US"/>
          </a:p>
          <a:p>
            <a:br>
              <a:rPr lang="en-US" sz="1000">
                <a:solidFill>
                  <a:srgbClr val="323130"/>
                </a:solidFill>
                <a:latin typeface="Century Gothic"/>
                <a:ea typeface="Segoe UI"/>
                <a:cs typeface="Segoe UI"/>
              </a:rPr>
            </a:br>
            <a:r>
              <a:rPr lang="en-US" sz="1000" i="0">
                <a:solidFill>
                  <a:srgbClr val="323130"/>
                </a:solidFill>
                <a:latin typeface="Century Gothic"/>
                <a:ea typeface="Segoe UI"/>
                <a:cs typeface="Segoe UI"/>
              </a:rPr>
              <a:t>Persona: </a:t>
            </a:r>
            <a:r>
              <a:rPr lang="en-US" sz="1000" b="0" i="0">
                <a:solidFill>
                  <a:srgbClr val="323130"/>
                </a:solidFill>
                <a:latin typeface="Century Gothic"/>
                <a:ea typeface="Segoe UI"/>
                <a:cs typeface="Segoe UI"/>
              </a:rPr>
              <a:t>Investigation Officer / Case Supervisor reviewing evidence, relationships, and case progress </a:t>
            </a:r>
          </a:p>
          <a:p>
            <a:br>
              <a:rPr lang="en-US" sz="1000" b="0">
                <a:latin typeface="Century Gothic"/>
                <a:ea typeface="Segoe UI"/>
                <a:cs typeface="Segoe UI"/>
              </a:rPr>
            </a:br>
            <a:r>
              <a:rPr lang="en-US" sz="1000" b="0">
                <a:solidFill>
                  <a:srgbClr val="323130"/>
                </a:solidFill>
                <a:latin typeface="Century Gothic"/>
                <a:ea typeface="Segoe UI"/>
                <a:cs typeface="Segoe UI"/>
              </a:rPr>
              <a:t>1. </a:t>
            </a:r>
            <a:r>
              <a:rPr lang="en-US" sz="1000">
                <a:solidFill>
                  <a:srgbClr val="323130"/>
                </a:solidFill>
                <a:latin typeface="Century Gothic"/>
                <a:ea typeface="Segoe UI"/>
                <a:cs typeface="Segoe UI"/>
              </a:rPr>
              <a:t>Go</a:t>
            </a:r>
            <a:r>
              <a:rPr lang="en-US" sz="1000" b="1" i="0">
                <a:solidFill>
                  <a:srgbClr val="323130"/>
                </a:solidFill>
                <a:latin typeface="Century Gothic"/>
                <a:ea typeface="Segoe UI"/>
                <a:cs typeface="Segoe UI"/>
              </a:rPr>
              <a:t> to </a:t>
            </a:r>
            <a:r>
              <a:rPr lang="en-US" sz="1000">
                <a:solidFill>
                  <a:srgbClr val="323130"/>
                </a:solidFill>
                <a:latin typeface="Century Gothic"/>
                <a:ea typeface="Segoe UI"/>
                <a:cs typeface="Segoe UI"/>
              </a:rPr>
              <a:t>Workbench</a:t>
            </a:r>
          </a:p>
          <a:p>
            <a:pPr marL="228600" indent="-228600">
              <a:buChar char="•"/>
            </a:pPr>
            <a:r>
              <a:rPr lang="en-US" sz="1000" b="0">
                <a:solidFill>
                  <a:srgbClr val="323130"/>
                </a:solidFill>
                <a:latin typeface="Century Gothic"/>
                <a:ea typeface="Segoe UI"/>
                <a:cs typeface="Segoe UI"/>
              </a:rPr>
              <a:t>Access </a:t>
            </a:r>
            <a:r>
              <a:rPr lang="en-US" sz="1000" b="0" i="0">
                <a:solidFill>
                  <a:srgbClr val="323130"/>
                </a:solidFill>
                <a:latin typeface="Century Gothic"/>
                <a:ea typeface="Segoe UI"/>
                <a:cs typeface="Segoe UI"/>
              </a:rPr>
              <a:t>“Evidence Box / Investigator Co-pilot” workspace where all case files are uploaded and isolated per case </a:t>
            </a:r>
            <a:endParaRPr lang="en-US" sz="1000" b="0">
              <a:latin typeface="Century Gothic"/>
              <a:ea typeface="Segoe UI"/>
              <a:cs typeface="Segoe UI"/>
            </a:endParaRPr>
          </a:p>
          <a:p>
            <a:r>
              <a:rPr lang="en-US" sz="1000" b="0">
                <a:solidFill>
                  <a:srgbClr val="323130"/>
                </a:solidFill>
                <a:latin typeface="Century Gothic"/>
                <a:ea typeface="Segoe UI"/>
                <a:cs typeface="Segoe UI"/>
              </a:rPr>
              <a:t>2. </a:t>
            </a:r>
            <a:r>
              <a:rPr lang="en-US" sz="1000">
                <a:solidFill>
                  <a:srgbClr val="323130"/>
                </a:solidFill>
                <a:latin typeface="Century Gothic"/>
                <a:ea typeface="Segoe UI"/>
                <a:cs typeface="Segoe UI"/>
              </a:rPr>
              <a:t>Check</a:t>
            </a:r>
            <a:r>
              <a:rPr lang="en-US" sz="1000" b="1" i="0">
                <a:solidFill>
                  <a:srgbClr val="323130"/>
                </a:solidFill>
                <a:latin typeface="Century Gothic"/>
                <a:ea typeface="Segoe UI"/>
                <a:cs typeface="Segoe UI"/>
              </a:rPr>
              <a:t> the data to use</a:t>
            </a:r>
            <a:endParaRPr lang="en-US"/>
          </a:p>
          <a:p>
            <a:pPr marL="228600" indent="-228600" algn="l">
              <a:buChar char="•"/>
            </a:pPr>
            <a:r>
              <a:rPr lang="en-US" sz="1000" b="0" i="0">
                <a:solidFill>
                  <a:srgbClr val="323130"/>
                </a:solidFill>
                <a:latin typeface="Century Gothic"/>
                <a:ea typeface="Segoe UI"/>
                <a:cs typeface="Segoe UI"/>
              </a:rPr>
              <a:t>Upload and ingest WhatsApp chats, witness/accused statements, and other evidence into the system for processing </a:t>
            </a:r>
          </a:p>
          <a:p>
            <a:pPr marL="228600" indent="-228600" algn="l">
              <a:buChar char="•"/>
            </a:pPr>
            <a:r>
              <a:rPr lang="en-US" sz="1000" b="0" i="0">
                <a:solidFill>
                  <a:srgbClr val="323130"/>
                </a:solidFill>
                <a:latin typeface="Century Gothic"/>
                <a:ea typeface="Segoe UI"/>
                <a:cs typeface="Segoe UI"/>
              </a:rPr>
              <a:t>Data is structured into a knowledge graph from unstructured inputs </a:t>
            </a:r>
          </a:p>
          <a:p>
            <a:pPr algn="l"/>
            <a:r>
              <a:rPr lang="en-US" sz="1000" b="0" i="0">
                <a:solidFill>
                  <a:srgbClr val="323130"/>
                </a:solidFill>
                <a:latin typeface="Century Gothic"/>
                <a:ea typeface="Segoe UI"/>
                <a:cs typeface="Segoe UI"/>
              </a:rPr>
              <a:t>3. </a:t>
            </a:r>
            <a:r>
              <a:rPr lang="en-US" sz="1000" b="1" i="0">
                <a:solidFill>
                  <a:srgbClr val="323130"/>
                </a:solidFill>
                <a:latin typeface="Century Gothic"/>
                <a:ea typeface="Segoe UI"/>
                <a:cs typeface="Segoe UI"/>
              </a:rPr>
              <a:t>Investigate using Chatbot</a:t>
            </a:r>
          </a:p>
          <a:p>
            <a:pPr marL="228600" indent="-228600" algn="l">
              <a:buChar char="•"/>
            </a:pPr>
            <a:r>
              <a:rPr lang="en-US" sz="1000" b="0" i="0">
                <a:solidFill>
                  <a:srgbClr val="323130"/>
                </a:solidFill>
                <a:latin typeface="Century Gothic"/>
                <a:ea typeface="Segoe UI"/>
                <a:cs typeface="Segoe UI"/>
              </a:rPr>
              <a:t>Use AI chatbot powered by graph search + keyword + past interactions to analyze relationships and cases </a:t>
            </a:r>
          </a:p>
          <a:p>
            <a:pPr marL="228600" indent="-228600" algn="l">
              <a:buChar char="•"/>
            </a:pPr>
            <a:r>
              <a:rPr lang="en-US" sz="1000" b="0" i="0">
                <a:solidFill>
                  <a:srgbClr val="323130"/>
                </a:solidFill>
                <a:latin typeface="Century Gothic"/>
                <a:ea typeface="Segoe UI"/>
                <a:cs typeface="Segoe UI"/>
              </a:rPr>
              <a:t>System summarizes findings such as connections between suspects and companies in the case </a:t>
            </a:r>
          </a:p>
          <a:p>
            <a:pPr algn="l"/>
            <a:r>
              <a:rPr lang="en-US" sz="1000" b="0" i="0">
                <a:solidFill>
                  <a:srgbClr val="323130"/>
                </a:solidFill>
                <a:latin typeface="Century Gothic"/>
                <a:ea typeface="Segoe UI"/>
                <a:cs typeface="Segoe UI"/>
              </a:rPr>
              <a:t>4. </a:t>
            </a:r>
            <a:r>
              <a:rPr lang="en-US" sz="1000" b="1" i="0">
                <a:solidFill>
                  <a:srgbClr val="323130"/>
                </a:solidFill>
                <a:latin typeface="Century Gothic"/>
                <a:ea typeface="Segoe UI"/>
                <a:cs typeface="Segoe UI"/>
              </a:rPr>
              <a:t>Check and verify the citation</a:t>
            </a:r>
          </a:p>
          <a:p>
            <a:pPr marL="228600" indent="-228600" algn="l">
              <a:buChar char="•"/>
            </a:pPr>
            <a:r>
              <a:rPr lang="en-US" sz="1000" b="0" i="0">
                <a:solidFill>
                  <a:srgbClr val="323130"/>
                </a:solidFill>
                <a:latin typeface="Century Gothic"/>
                <a:ea typeface="Segoe UI"/>
                <a:cs typeface="Segoe UI"/>
              </a:rPr>
              <a:t>AI-generated findings include clickable citations for fact-checking and verification by officers </a:t>
            </a:r>
          </a:p>
          <a:p>
            <a:pPr marL="228600" indent="-228600" algn="l">
              <a:buChar char="•"/>
            </a:pPr>
            <a:r>
              <a:rPr lang="en-US" sz="1000" b="0" i="0">
                <a:solidFill>
                  <a:srgbClr val="323130"/>
                </a:solidFill>
                <a:latin typeface="Century Gothic"/>
                <a:ea typeface="Segoe UI"/>
                <a:cs typeface="Segoe UI"/>
              </a:rPr>
              <a:t>Fact audit allows human validation or merging of suggested entity matches (AI suggests, humans approve) </a:t>
            </a:r>
          </a:p>
          <a:p>
            <a:pPr algn="l"/>
            <a:r>
              <a:rPr lang="en-US" sz="1000" b="0" i="0">
                <a:solidFill>
                  <a:srgbClr val="323130"/>
                </a:solidFill>
                <a:latin typeface="Century Gothic"/>
                <a:ea typeface="Segoe UI"/>
                <a:cs typeface="Segoe UI"/>
              </a:rPr>
              <a:t>5. </a:t>
            </a:r>
            <a:r>
              <a:rPr lang="en-US" sz="1000" b="1" i="0">
                <a:solidFill>
                  <a:srgbClr val="323130"/>
                </a:solidFill>
                <a:latin typeface="Century Gothic"/>
                <a:ea typeface="Segoe UI"/>
                <a:cs typeface="Segoe UI"/>
              </a:rPr>
              <a:t>Look at the graph, timeline</a:t>
            </a:r>
          </a:p>
          <a:p>
            <a:pPr marL="228600" indent="-228600" algn="l">
              <a:buChar char="•"/>
            </a:pPr>
            <a:r>
              <a:rPr lang="en-US" sz="1000" b="0" i="0">
                <a:solidFill>
                  <a:srgbClr val="323130"/>
                </a:solidFill>
                <a:latin typeface="Century Gothic"/>
                <a:ea typeface="Segoe UI"/>
                <a:cs typeface="Segoe UI"/>
              </a:rPr>
              <a:t>Knowledge graph shows relationships between people, companies, and events extracted from chats and statements </a:t>
            </a:r>
          </a:p>
          <a:p>
            <a:pPr marL="228600" indent="-228600" algn="l">
              <a:buChar char="•"/>
            </a:pPr>
            <a:r>
              <a:rPr lang="en-US" sz="1000" b="0" i="0">
                <a:solidFill>
                  <a:srgbClr val="323130"/>
                </a:solidFill>
                <a:latin typeface="Century Gothic"/>
                <a:ea typeface="Segoe UI"/>
                <a:cs typeface="Segoe UI"/>
              </a:rPr>
              <a:t>Timeline visualization is supported for chronological analysis of events </a:t>
            </a:r>
          </a:p>
          <a:p>
            <a:pPr algn="l"/>
            <a:r>
              <a:rPr lang="en-US" sz="1000" b="0" i="0">
                <a:solidFill>
                  <a:srgbClr val="323130"/>
                </a:solidFill>
                <a:latin typeface="Century Gothic"/>
                <a:ea typeface="Segoe UI"/>
                <a:cs typeface="Segoe UI"/>
              </a:rPr>
              <a:t>6. </a:t>
            </a:r>
            <a:r>
              <a:rPr lang="en-US" sz="1000" b="1" i="0">
                <a:solidFill>
                  <a:srgbClr val="323130"/>
                </a:solidFill>
                <a:latin typeface="Century Gothic"/>
                <a:ea typeface="Segoe UI"/>
                <a:cs typeface="Segoe UI"/>
              </a:rPr>
              <a:t>Do case-conclusion with evidence</a:t>
            </a:r>
          </a:p>
          <a:p>
            <a:pPr marL="228600" indent="-228600" algn="l">
              <a:buChar char="•"/>
            </a:pPr>
            <a:r>
              <a:rPr lang="en-US" sz="1000" b="0" i="0">
                <a:solidFill>
                  <a:srgbClr val="323130"/>
                </a:solidFill>
                <a:latin typeface="Century Gothic"/>
                <a:ea typeface="Segoe UI"/>
                <a:cs typeface="Segoe UI"/>
              </a:rPr>
              <a:t>System produces summaries of aligned facts and discrepancies across multiple statements and witnesses </a:t>
            </a:r>
          </a:p>
          <a:p>
            <a:pPr marL="228600" indent="-228600" algn="l">
              <a:buChar char="•"/>
            </a:pPr>
            <a:r>
              <a:rPr lang="en-US" sz="1000" b="0" i="0">
                <a:solidFill>
                  <a:srgbClr val="323130"/>
                </a:solidFill>
                <a:latin typeface="Century Gothic"/>
                <a:ea typeface="Segoe UI"/>
                <a:cs typeface="Segoe UI"/>
              </a:rPr>
              <a:t>Outputs structured analysis including contradictions and corroborations across evidence sources </a:t>
            </a:r>
          </a:p>
          <a:p>
            <a:pPr algn="l"/>
            <a:r>
              <a:rPr lang="en-US" sz="1000" b="0" i="0">
                <a:solidFill>
                  <a:srgbClr val="323130"/>
                </a:solidFill>
                <a:latin typeface="Century Gothic"/>
                <a:ea typeface="Segoe UI"/>
                <a:cs typeface="Segoe UI"/>
              </a:rPr>
              <a:t>7. </a:t>
            </a:r>
            <a:r>
              <a:rPr lang="en-US" sz="1000" b="1" i="0">
                <a:solidFill>
                  <a:srgbClr val="323130"/>
                </a:solidFill>
                <a:latin typeface="Century Gothic"/>
                <a:ea typeface="Segoe UI"/>
                <a:cs typeface="Segoe UI"/>
              </a:rPr>
              <a:t>Highlight USP and productivity gain</a:t>
            </a:r>
          </a:p>
          <a:p>
            <a:pPr marL="228600" indent="-228600" algn="l">
              <a:buChar char="•"/>
            </a:pPr>
            <a:r>
              <a:rPr lang="en-US" sz="1000" b="0" i="0">
                <a:solidFill>
                  <a:srgbClr val="323130"/>
                </a:solidFill>
                <a:latin typeface="Century Gothic"/>
                <a:ea typeface="Segoe UI"/>
                <a:cs typeface="Segoe UI"/>
              </a:rPr>
              <a:t>Graph-based RAG over unstructured legal/investigation data for relationship discovery</a:t>
            </a:r>
          </a:p>
          <a:p>
            <a:pPr marL="228600" indent="-228600" algn="l">
              <a:buChar char="•"/>
            </a:pPr>
            <a:r>
              <a:rPr lang="en-US" sz="1000" b="0" i="0">
                <a:solidFill>
                  <a:srgbClr val="323130"/>
                </a:solidFill>
                <a:latin typeface="Century Gothic"/>
                <a:ea typeface="Segoe UI"/>
                <a:cs typeface="Segoe UI"/>
              </a:rPr>
              <a:t>AI-assisted cross-statement comparison to detect discrepancies and corroboration</a:t>
            </a:r>
          </a:p>
          <a:p>
            <a:pPr marL="228600" indent="-228600" algn="l">
              <a:buChar char="•"/>
            </a:pPr>
            <a:r>
              <a:rPr lang="en-US" sz="1000" b="0" i="0">
                <a:solidFill>
                  <a:srgbClr val="323130"/>
                </a:solidFill>
                <a:latin typeface="Century Gothic"/>
                <a:ea typeface="Segoe UI"/>
                <a:cs typeface="Segoe UI"/>
              </a:rPr>
              <a:t>Multilingual speech-to-text and entity identification across languages (Malay, Chinese, English, etc.) </a:t>
            </a:r>
          </a:p>
          <a:p>
            <a:pPr marL="228600" indent="-228600" algn="l">
              <a:buChar char="•"/>
            </a:pPr>
            <a:r>
              <a:rPr lang="en-US" sz="1000" b="0" i="0">
                <a:solidFill>
                  <a:srgbClr val="323130"/>
                </a:solidFill>
                <a:latin typeface="Century Gothic"/>
                <a:ea typeface="Segoe UI"/>
                <a:cs typeface="Segoe UI"/>
              </a:rPr>
              <a:t>Human-in-the-loop fact audit ensures controlled and verifiable investigation outputs </a:t>
            </a:r>
            <a:endParaRPr lang="en-US" sz="1000"/>
          </a:p>
        </p:txBody>
      </p:sp>
      <p:sp>
        <p:nvSpPr>
          <p:cNvPr id="5" name="Title 2">
            <a:extLst>
              <a:ext uri="{FF2B5EF4-FFF2-40B4-BE49-F238E27FC236}">
                <a16:creationId xmlns:a16="http://schemas.microsoft.com/office/drawing/2014/main" id="{C726514A-078C-0AB1-B83B-34792CF9E726}"/>
              </a:ext>
            </a:extLst>
          </p:cNvPr>
          <p:cNvSpPr txBox="1">
            <a:spLocks/>
          </p:cNvSpPr>
          <p:nvPr/>
        </p:nvSpPr>
        <p:spPr>
          <a:xfrm>
            <a:off x="-1975" y="1725"/>
            <a:ext cx="8681426" cy="538579"/>
          </a:xfrm>
          <a:prstGeom prst="rect">
            <a:avLst/>
          </a:prstGeom>
          <a:noFill/>
          <a:ln>
            <a:noFill/>
          </a:ln>
        </p:spPr>
        <p:txBody>
          <a:bodyPr spcFirstLastPara="1" vert="horz" wrap="square" lIns="91425" tIns="91425" rIns="91425" bIns="91425" rtlCol="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6B2E67"/>
              </a:buClr>
              <a:buSzPts val="2500"/>
              <a:buFont typeface="Arial"/>
              <a:buNone/>
              <a:defRPr sz="2300" b="1" i="0" u="none" strike="noStrike" cap="none">
                <a:solidFill>
                  <a:srgbClr val="6B2E67"/>
                </a:solidFill>
                <a:latin typeface="Century Gothic" panose="020B0502020202020204" pitchFamily="34" charset="0"/>
                <a:ea typeface="Century Gothic" panose="020B0502020202020204" pitchFamily="34" charset="0"/>
                <a:cs typeface="Arial"/>
                <a:sym typeface="Arial"/>
              </a:defRPr>
            </a:lvl1pPr>
            <a:lvl2pPr marR="0" lvl="1"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9pPr>
          </a:lstStyle>
          <a:p>
            <a:r>
              <a:rPr lang="en-US" dirty="0">
                <a:latin typeface="Century Gothic"/>
              </a:rPr>
              <a:t>Demo Flow - Details</a:t>
            </a:r>
            <a:endParaRPr lang="en-US" dirty="0"/>
          </a:p>
        </p:txBody>
      </p:sp>
    </p:spTree>
    <p:extLst>
      <p:ext uri="{BB962C8B-B14F-4D97-AF65-F5344CB8AC3E}">
        <p14:creationId xmlns:p14="http://schemas.microsoft.com/office/powerpoint/2010/main" val="1391941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EBB1AF-1B7A-F0E7-0193-C81B4D953F3D}"/>
              </a:ext>
            </a:extLst>
          </p:cNvPr>
          <p:cNvSpPr>
            <a:spLocks noGrp="1"/>
          </p:cNvSpPr>
          <p:nvPr>
            <p:ph type="sldNum" idx="10"/>
          </p:nvPr>
        </p:nvSpPr>
        <p:spPr/>
        <p:txBody>
          <a:bodyPr/>
          <a:lstStyle/>
          <a:p>
            <a:fld id="{93DB7E74-C4BF-421C-B40C-121327DBB773}" type="slidenum">
              <a:rPr lang="en" smtClean="0"/>
              <a:pPr/>
              <a:t>12</a:t>
            </a:fld>
            <a:endParaRPr lang="en"/>
          </a:p>
        </p:txBody>
      </p:sp>
      <p:sp>
        <p:nvSpPr>
          <p:cNvPr id="3" name="Title 2">
            <a:extLst>
              <a:ext uri="{FF2B5EF4-FFF2-40B4-BE49-F238E27FC236}">
                <a16:creationId xmlns:a16="http://schemas.microsoft.com/office/drawing/2014/main" id="{15722979-ABD2-F50A-02C6-0567E71ED35C}"/>
              </a:ext>
            </a:extLst>
          </p:cNvPr>
          <p:cNvSpPr>
            <a:spLocks noGrp="1"/>
          </p:cNvSpPr>
          <p:nvPr>
            <p:ph type="title"/>
          </p:nvPr>
        </p:nvSpPr>
        <p:spPr>
          <a:xfrm>
            <a:off x="0" y="0"/>
            <a:ext cx="8681426" cy="538579"/>
          </a:xfrm>
        </p:spPr>
        <p:txBody>
          <a:bodyPr/>
          <a:lstStyle/>
          <a:p>
            <a:r>
              <a:rPr lang="en-US" dirty="0"/>
              <a:t>Demo Feedback – </a:t>
            </a:r>
            <a:r>
              <a:rPr lang="en-US" dirty="0" err="1"/>
              <a:t>Govware</a:t>
            </a:r>
            <a:r>
              <a:rPr lang="en-US" dirty="0"/>
              <a:t> with CPIB</a:t>
            </a:r>
          </a:p>
        </p:txBody>
      </p:sp>
      <p:sp>
        <p:nvSpPr>
          <p:cNvPr id="5" name="TextBox 4">
            <a:extLst>
              <a:ext uri="{FF2B5EF4-FFF2-40B4-BE49-F238E27FC236}">
                <a16:creationId xmlns:a16="http://schemas.microsoft.com/office/drawing/2014/main" id="{C52ACB15-36FE-C6A9-84B5-D64850901A64}"/>
              </a:ext>
            </a:extLst>
          </p:cNvPr>
          <p:cNvSpPr txBox="1"/>
          <p:nvPr/>
        </p:nvSpPr>
        <p:spPr>
          <a:xfrm>
            <a:off x="136800" y="538579"/>
            <a:ext cx="7970400" cy="3284041"/>
          </a:xfrm>
          <a:prstGeom prst="rect">
            <a:avLst/>
          </a:prstGeom>
          <a:noFill/>
        </p:spPr>
        <p:txBody>
          <a:bodyPr wrap="square">
            <a:spAutoFit/>
          </a:bodyPr>
          <a:lstStyle/>
          <a:p>
            <a:pPr marL="342900" indent="-342900">
              <a:lnSpc>
                <a:spcPct val="150000"/>
              </a:lnSpc>
              <a:buFont typeface="+mj-lt"/>
              <a:buAutoNum type="arabicPeriod"/>
            </a:pPr>
            <a:r>
              <a:rPr lang="en-US" dirty="0"/>
              <a:t>Tracy asked for overall timeline including build OKIQ solution with security testing, she expected no more than 10mths.</a:t>
            </a:r>
          </a:p>
          <a:p>
            <a:pPr marL="342900" indent="-342900">
              <a:lnSpc>
                <a:spcPct val="150000"/>
              </a:lnSpc>
              <a:buFont typeface="+mj-lt"/>
              <a:buAutoNum type="arabicPeriod"/>
            </a:pPr>
            <a:r>
              <a:rPr lang="en-US" dirty="0"/>
              <a:t>Frankie highlighted multi personas or profiles to use the solution </a:t>
            </a:r>
            <a:r>
              <a:rPr lang="en-US" dirty="0" err="1"/>
              <a:t>e.g</a:t>
            </a:r>
            <a:r>
              <a:rPr lang="en-US" dirty="0"/>
              <a:t> procurement team, policy &amp; compliance team.</a:t>
            </a:r>
          </a:p>
          <a:p>
            <a:pPr marL="342900" indent="-342900">
              <a:lnSpc>
                <a:spcPct val="150000"/>
              </a:lnSpc>
              <a:buFont typeface="+mj-lt"/>
              <a:buAutoNum type="arabicPeriod"/>
            </a:pPr>
            <a:r>
              <a:rPr lang="en-US" dirty="0"/>
              <a:t>Tracy and Frankie asked for the integration with Copilot or Agent 2.0, where those front-end Agent/plugins can query or search those docs/evidences through API backend to OKIQ.</a:t>
            </a:r>
          </a:p>
          <a:p>
            <a:pPr marL="342900" indent="-342900">
              <a:lnSpc>
                <a:spcPct val="150000"/>
              </a:lnSpc>
              <a:buFont typeface="+mj-lt"/>
              <a:buAutoNum type="arabicPeriod"/>
            </a:pPr>
            <a:r>
              <a:rPr lang="en-US" dirty="0"/>
              <a:t>Tracy asked for access control on the database only can be used based on each user dept/role (RBAC)</a:t>
            </a:r>
          </a:p>
          <a:p>
            <a:pPr marL="342900" indent="-342900">
              <a:lnSpc>
                <a:spcPct val="150000"/>
              </a:lnSpc>
              <a:buFont typeface="+mj-lt"/>
              <a:buAutoNum type="arabicPeriod"/>
            </a:pPr>
            <a:r>
              <a:rPr lang="en-US" dirty="0"/>
              <a:t>Frankie shared the issue with existing Agent 2.0 case </a:t>
            </a:r>
            <a:r>
              <a:rPr lang="en-US" dirty="0" err="1"/>
              <a:t>mgmt</a:t>
            </a:r>
            <a:r>
              <a:rPr lang="en-US" dirty="0"/>
              <a:t> system, that not able to do searching through the contents or keyword inside uploaded docs.</a:t>
            </a:r>
          </a:p>
        </p:txBody>
      </p:sp>
    </p:spTree>
    <p:extLst>
      <p:ext uri="{BB962C8B-B14F-4D97-AF65-F5344CB8AC3E}">
        <p14:creationId xmlns:p14="http://schemas.microsoft.com/office/powerpoint/2010/main" val="1195259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84D539-A06B-759E-9B20-8C8CD2710AD4}"/>
              </a:ext>
            </a:extLst>
          </p:cNvPr>
          <p:cNvSpPr>
            <a:spLocks noGrp="1"/>
          </p:cNvSpPr>
          <p:nvPr>
            <p:ph type="sldNum" idx="10"/>
          </p:nvPr>
        </p:nvSpPr>
        <p:spPr/>
        <p:txBody>
          <a:bodyPr/>
          <a:lstStyle/>
          <a:p>
            <a:fld id="{93DB7E74-C4BF-421C-B40C-121327DBB773}" type="slidenum">
              <a:rPr lang="en" smtClean="0"/>
              <a:pPr/>
              <a:t>13</a:t>
            </a:fld>
            <a:endParaRPr lang="en"/>
          </a:p>
        </p:txBody>
      </p:sp>
      <p:sp>
        <p:nvSpPr>
          <p:cNvPr id="3" name="Title 2">
            <a:extLst>
              <a:ext uri="{FF2B5EF4-FFF2-40B4-BE49-F238E27FC236}">
                <a16:creationId xmlns:a16="http://schemas.microsoft.com/office/drawing/2014/main" id="{6F7C3D8C-8DCC-16A4-0B16-D62A4CE9B435}"/>
              </a:ext>
            </a:extLst>
          </p:cNvPr>
          <p:cNvSpPr>
            <a:spLocks noGrp="1"/>
          </p:cNvSpPr>
          <p:nvPr>
            <p:ph type="title"/>
          </p:nvPr>
        </p:nvSpPr>
        <p:spPr>
          <a:xfrm>
            <a:off x="0" y="0"/>
            <a:ext cx="8681426" cy="538579"/>
          </a:xfrm>
        </p:spPr>
        <p:txBody>
          <a:bodyPr/>
          <a:lstStyle/>
          <a:p>
            <a:r>
              <a:rPr lang="en-US">
                <a:latin typeface="Century Gothic"/>
              </a:rPr>
              <a:t>Other Similar System - Comparison</a:t>
            </a:r>
            <a:endParaRPr lang="en-US"/>
          </a:p>
        </p:txBody>
      </p:sp>
      <p:sp>
        <p:nvSpPr>
          <p:cNvPr id="4" name="TextBox 3">
            <a:extLst>
              <a:ext uri="{FF2B5EF4-FFF2-40B4-BE49-F238E27FC236}">
                <a16:creationId xmlns:a16="http://schemas.microsoft.com/office/drawing/2014/main" id="{FFACDA3B-C760-088E-A416-6EE66B3507C7}"/>
              </a:ext>
            </a:extLst>
          </p:cNvPr>
          <p:cNvSpPr txBox="1"/>
          <p:nvPr/>
        </p:nvSpPr>
        <p:spPr>
          <a:xfrm>
            <a:off x="1" y="4444390"/>
            <a:ext cx="832643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Kaseware demo video: https://youtu.be/DfiarWyD-TI?si=vKA9i4KJz9YeCOAA&amp;t=2560</a:t>
            </a:r>
          </a:p>
        </p:txBody>
      </p:sp>
      <p:sp>
        <p:nvSpPr>
          <p:cNvPr id="6" name="Shape 2">
            <a:extLst>
              <a:ext uri="{FF2B5EF4-FFF2-40B4-BE49-F238E27FC236}">
                <a16:creationId xmlns:a16="http://schemas.microsoft.com/office/drawing/2014/main" id="{B1E13506-686F-1458-291E-C4EB263867B1}"/>
              </a:ext>
            </a:extLst>
          </p:cNvPr>
          <p:cNvSpPr/>
          <p:nvPr/>
        </p:nvSpPr>
        <p:spPr>
          <a:xfrm>
            <a:off x="396826" y="883861"/>
            <a:ext cx="2551176" cy="3257550"/>
          </a:xfrm>
          <a:prstGeom prst="roundRect">
            <a:avLst>
              <a:gd name="adj" fmla="val 2151"/>
            </a:avLst>
          </a:prstGeom>
          <a:solidFill>
            <a:srgbClr val="FFFFFF"/>
          </a:solidFill>
          <a:ln w="17780">
            <a:solidFill>
              <a:srgbClr val="1769AA"/>
            </a:solidFill>
            <a:prstDash val="solid"/>
          </a:ln>
          <a:effectLst>
            <a:outerShdw blurRad="15240" dist="6350" dir="2700000" algn="bl" rotWithShape="0">
              <a:srgbClr val="31445A">
                <a:alpha val="12000"/>
              </a:srgbClr>
            </a:outerShdw>
          </a:effectLst>
        </p:spPr>
        <p:txBody>
          <a:bodyPr/>
          <a:lstStyle/>
          <a:p>
            <a:endParaRPr lang="en-US"/>
          </a:p>
        </p:txBody>
      </p:sp>
      <p:sp>
        <p:nvSpPr>
          <p:cNvPr id="8" name="Shape 3">
            <a:extLst>
              <a:ext uri="{FF2B5EF4-FFF2-40B4-BE49-F238E27FC236}">
                <a16:creationId xmlns:a16="http://schemas.microsoft.com/office/drawing/2014/main" id="{24D23EB5-203B-E870-E8AC-C79F8217865B}"/>
              </a:ext>
            </a:extLst>
          </p:cNvPr>
          <p:cNvSpPr/>
          <p:nvPr/>
        </p:nvSpPr>
        <p:spPr>
          <a:xfrm>
            <a:off x="396826" y="883861"/>
            <a:ext cx="2551176" cy="534924"/>
          </a:xfrm>
          <a:prstGeom prst="rect">
            <a:avLst/>
          </a:prstGeom>
          <a:solidFill>
            <a:srgbClr val="1769AA"/>
          </a:solidFill>
          <a:ln w="12700">
            <a:solidFill>
              <a:srgbClr val="1769AA"/>
            </a:solidFill>
            <a:prstDash val="solid"/>
          </a:ln>
        </p:spPr>
        <p:txBody>
          <a:bodyPr/>
          <a:lstStyle/>
          <a:p>
            <a:endParaRPr lang="en-US"/>
          </a:p>
        </p:txBody>
      </p:sp>
      <p:sp>
        <p:nvSpPr>
          <p:cNvPr id="10" name="Text 4">
            <a:extLst>
              <a:ext uri="{FF2B5EF4-FFF2-40B4-BE49-F238E27FC236}">
                <a16:creationId xmlns:a16="http://schemas.microsoft.com/office/drawing/2014/main" id="{A675D71D-0994-C189-1B5D-1C903636983F}"/>
              </a:ext>
            </a:extLst>
          </p:cNvPr>
          <p:cNvSpPr/>
          <p:nvPr/>
        </p:nvSpPr>
        <p:spPr>
          <a:xfrm>
            <a:off x="520270" y="1041595"/>
            <a:ext cx="2297430" cy="17145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350" b="1">
                <a:solidFill>
                  <a:srgbClr val="FFFFFF"/>
                </a:solidFill>
                <a:latin typeface="Century Gothic" pitchFamily="34" charset="0"/>
                <a:ea typeface="Century Gothic" pitchFamily="34" charset="-122"/>
                <a:cs typeface="Century Gothic" pitchFamily="34" charset="-120"/>
              </a:rPr>
              <a:t>KASEWARE</a:t>
            </a:r>
            <a:endParaRPr lang="en-US" sz="1350"/>
          </a:p>
        </p:txBody>
      </p:sp>
      <p:sp>
        <p:nvSpPr>
          <p:cNvPr id="12" name="Text 5">
            <a:extLst>
              <a:ext uri="{FF2B5EF4-FFF2-40B4-BE49-F238E27FC236}">
                <a16:creationId xmlns:a16="http://schemas.microsoft.com/office/drawing/2014/main" id="{0AACDB88-466A-9855-8834-0AB2AE0D7414}"/>
              </a:ext>
            </a:extLst>
          </p:cNvPr>
          <p:cNvSpPr/>
          <p:nvPr/>
        </p:nvSpPr>
        <p:spPr>
          <a:xfrm>
            <a:off x="568276" y="1610809"/>
            <a:ext cx="2194560" cy="452628"/>
          </a:xfrm>
          <a:prstGeom prst="rect">
            <a:avLst/>
          </a:prstGeom>
          <a:noFill/>
          <a:ln/>
        </p:spPr>
        <p:txBody>
          <a:bodyPr wrap="square" lIns="191" tIns="191" rIns="191" bIns="191"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125" b="1">
                <a:solidFill>
                  <a:srgbClr val="102A43"/>
                </a:solidFill>
                <a:latin typeface="Century Gothic" pitchFamily="34" charset="0"/>
                <a:ea typeface="Century Gothic" pitchFamily="34" charset="-122"/>
                <a:cs typeface="Century Gothic" pitchFamily="34" charset="-120"/>
              </a:rPr>
              <a:t>Unified investigative intelligence</a:t>
            </a:r>
            <a:endParaRPr lang="en-US" sz="1125"/>
          </a:p>
        </p:txBody>
      </p:sp>
      <p:sp>
        <p:nvSpPr>
          <p:cNvPr id="14" name="Text 6">
            <a:extLst>
              <a:ext uri="{FF2B5EF4-FFF2-40B4-BE49-F238E27FC236}">
                <a16:creationId xmlns:a16="http://schemas.microsoft.com/office/drawing/2014/main" id="{A8BA94BB-0B05-E3F7-67DE-1BC0F43FE5F6}"/>
              </a:ext>
            </a:extLst>
          </p:cNvPr>
          <p:cNvSpPr/>
          <p:nvPr/>
        </p:nvSpPr>
        <p:spPr>
          <a:xfrm>
            <a:off x="588850" y="2118302"/>
            <a:ext cx="2153412" cy="1570482"/>
          </a:xfrm>
          <a:prstGeom prst="rect">
            <a:avLst/>
          </a:prstGeom>
          <a:noFill/>
          <a:ln/>
        </p:spPr>
        <p:txBody>
          <a:bodyPr wrap="square" lIns="191" tIns="191" rIns="191" bIns="191" rtlCol="0" anchor="ctr">
            <a:no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00">
                <a:solidFill>
                  <a:srgbClr val="243B53"/>
                </a:solidFill>
                <a:latin typeface="Century Gothic"/>
                <a:ea typeface="Century Gothic" pitchFamily="34" charset="-122"/>
                <a:cs typeface="Century Gothic" pitchFamily="34" charset="-120"/>
              </a:rPr>
              <a:t>• Secure, collaborative platform from intake to closure</a:t>
            </a:r>
            <a:endParaRPr lang="en-US" sz="800">
              <a:latin typeface="Century Gothic"/>
            </a:endParaRPr>
          </a:p>
          <a:p>
            <a:pPr marL="0" indent="0">
              <a:buNone/>
            </a:pPr>
            <a:r>
              <a:rPr lang="en-US" sz="800">
                <a:solidFill>
                  <a:srgbClr val="243B53"/>
                </a:solidFill>
                <a:latin typeface="Century Gothic"/>
                <a:ea typeface="Century Gothic" pitchFamily="34" charset="-122"/>
                <a:cs typeface="Century Gothic" pitchFamily="34" charset="-120"/>
              </a:rPr>
              <a:t>• Built-in link analysis and geospatial mapping</a:t>
            </a:r>
            <a:endParaRPr lang="en-US" sz="800">
              <a:latin typeface="Century Gothic"/>
            </a:endParaRPr>
          </a:p>
          <a:p>
            <a:pPr marL="0" indent="0">
              <a:buNone/>
            </a:pPr>
            <a:r>
              <a:rPr lang="en-US" sz="800">
                <a:solidFill>
                  <a:srgbClr val="243B53"/>
                </a:solidFill>
                <a:latin typeface="Century Gothic"/>
                <a:ea typeface="Century Gothic" pitchFamily="34" charset="-122"/>
                <a:cs typeface="Century Gothic" pitchFamily="34" charset="-120"/>
              </a:rPr>
              <a:t>• Interagency sharing and configurable access controls</a:t>
            </a:r>
          </a:p>
          <a:p>
            <a:pPr marL="0" indent="0">
              <a:buNone/>
            </a:pPr>
            <a:endParaRPr lang="en-US" sz="800">
              <a:solidFill>
                <a:srgbClr val="000000"/>
              </a:solidFill>
              <a:latin typeface="Century Gothic" panose="020B0502020202020204" pitchFamily="34" charset="0"/>
            </a:endParaRPr>
          </a:p>
          <a:p>
            <a:pPr marL="171450" indent="-171450">
              <a:buFont typeface="Wingdings" panose="05000000000000000000" pitchFamily="2" charset="2"/>
              <a:buChar char="v"/>
            </a:pPr>
            <a:r>
              <a:rPr lang="en-US" sz="800">
                <a:solidFill>
                  <a:srgbClr val="C00000"/>
                </a:solidFill>
                <a:latin typeface="Century Gothic" panose="020B0502020202020204" pitchFamily="34" charset="0"/>
              </a:rPr>
              <a:t>It built for a federal agency working open-world threat cases</a:t>
            </a:r>
            <a:endParaRPr lang="en-US" sz="800">
              <a:solidFill>
                <a:srgbClr val="000000"/>
              </a:solidFill>
              <a:latin typeface="Century Gothic" panose="020B0502020202020204" pitchFamily="34" charset="0"/>
            </a:endParaRPr>
          </a:p>
          <a:p>
            <a:pPr marL="171450" indent="-171450">
              <a:buFont typeface="Wingdings" panose="05000000000000000000" pitchFamily="2" charset="2"/>
              <a:buChar char="v"/>
            </a:pPr>
            <a:r>
              <a:rPr lang="en-US" sz="800">
                <a:solidFill>
                  <a:srgbClr val="C00000"/>
                </a:solidFill>
                <a:latin typeface="Century Gothic" panose="020B0502020202020204" pitchFamily="34" charset="0"/>
                <a:ea typeface="Arial" pitchFamily="34" charset="-122"/>
                <a:cs typeface="Arial" pitchFamily="34" charset="-120"/>
              </a:rPr>
              <a:t>Its analytic edge is open-source collection, which does little for closed-world corruption casework.</a:t>
            </a:r>
          </a:p>
        </p:txBody>
      </p:sp>
      <p:sp>
        <p:nvSpPr>
          <p:cNvPr id="16" name="Shape 7">
            <a:extLst>
              <a:ext uri="{FF2B5EF4-FFF2-40B4-BE49-F238E27FC236}">
                <a16:creationId xmlns:a16="http://schemas.microsoft.com/office/drawing/2014/main" id="{E65E305B-FE0D-10EF-DE1D-1BC8933668B1}"/>
              </a:ext>
            </a:extLst>
          </p:cNvPr>
          <p:cNvSpPr/>
          <p:nvPr/>
        </p:nvSpPr>
        <p:spPr>
          <a:xfrm>
            <a:off x="657430" y="3764221"/>
            <a:ext cx="2029968" cy="240030"/>
          </a:xfrm>
          <a:prstGeom prst="roundRect">
            <a:avLst>
              <a:gd name="adj" fmla="val 22857"/>
            </a:avLst>
          </a:prstGeom>
          <a:solidFill>
            <a:srgbClr val="1769AA"/>
          </a:solidFill>
          <a:ln w="12700">
            <a:solidFill>
              <a:srgbClr val="1769AA"/>
            </a:solidFill>
            <a:prstDash val="solid"/>
          </a:ln>
          <a:effectLst>
            <a:outerShdw blurRad="12700" dist="5080" dir="2700000" algn="bl" rotWithShape="0">
              <a:srgbClr val="000000">
                <a:alpha val="12000"/>
              </a:srgbClr>
            </a:outerShdw>
          </a:effectLst>
        </p:spPr>
        <p:txBody>
          <a:bodyPr/>
          <a:lstStyle/>
          <a:p>
            <a:endParaRPr lang="en-US"/>
          </a:p>
        </p:txBody>
      </p:sp>
      <p:sp>
        <p:nvSpPr>
          <p:cNvPr id="18" name="Text 8">
            <a:extLst>
              <a:ext uri="{FF2B5EF4-FFF2-40B4-BE49-F238E27FC236}">
                <a16:creationId xmlns:a16="http://schemas.microsoft.com/office/drawing/2014/main" id="{FC9DE68E-D893-971A-0864-5BE1FF3A9B5D}"/>
              </a:ext>
            </a:extLst>
          </p:cNvPr>
          <p:cNvSpPr/>
          <p:nvPr/>
        </p:nvSpPr>
        <p:spPr>
          <a:xfrm>
            <a:off x="712294" y="3819085"/>
            <a:ext cx="1920240" cy="109728"/>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800" b="1">
                <a:solidFill>
                  <a:srgbClr val="FFFFFF"/>
                </a:solidFill>
                <a:latin typeface="Century Gothic"/>
                <a:ea typeface="Century Gothic" pitchFamily="34" charset="-122"/>
                <a:cs typeface="Century Gothic" pitchFamily="34" charset="-120"/>
              </a:rPr>
              <a:t>Best for intelligence-led work</a:t>
            </a:r>
            <a:endParaRPr lang="en-US" sz="800">
              <a:latin typeface="Century Gothic"/>
            </a:endParaRPr>
          </a:p>
        </p:txBody>
      </p:sp>
      <p:sp>
        <p:nvSpPr>
          <p:cNvPr id="20" name="Shape 9">
            <a:extLst>
              <a:ext uri="{FF2B5EF4-FFF2-40B4-BE49-F238E27FC236}">
                <a16:creationId xmlns:a16="http://schemas.microsoft.com/office/drawing/2014/main" id="{970BD4C9-FC67-A753-4E62-DE7804B6B89B}"/>
              </a:ext>
            </a:extLst>
          </p:cNvPr>
          <p:cNvSpPr/>
          <p:nvPr/>
        </p:nvSpPr>
        <p:spPr>
          <a:xfrm>
            <a:off x="3085162" y="883861"/>
            <a:ext cx="2551176" cy="3257550"/>
          </a:xfrm>
          <a:prstGeom prst="roundRect">
            <a:avLst>
              <a:gd name="adj" fmla="val 2151"/>
            </a:avLst>
          </a:prstGeom>
          <a:solidFill>
            <a:srgbClr val="FFFFFF"/>
          </a:solidFill>
          <a:ln w="17780">
            <a:solidFill>
              <a:srgbClr val="F5A623"/>
            </a:solidFill>
            <a:prstDash val="solid"/>
          </a:ln>
          <a:effectLst>
            <a:outerShdw blurRad="15240" dist="6350" dir="2700000" algn="bl" rotWithShape="0">
              <a:srgbClr val="31445A">
                <a:alpha val="12000"/>
              </a:srgbClr>
            </a:outerShdw>
          </a:effectLst>
        </p:spPr>
        <p:txBody>
          <a:bodyPr/>
          <a:lstStyle/>
          <a:p>
            <a:endParaRPr lang="en-US"/>
          </a:p>
        </p:txBody>
      </p:sp>
      <p:sp>
        <p:nvSpPr>
          <p:cNvPr id="22" name="Shape 10">
            <a:extLst>
              <a:ext uri="{FF2B5EF4-FFF2-40B4-BE49-F238E27FC236}">
                <a16:creationId xmlns:a16="http://schemas.microsoft.com/office/drawing/2014/main" id="{418E0D99-025C-710F-0F44-EE52E2C99390}"/>
              </a:ext>
            </a:extLst>
          </p:cNvPr>
          <p:cNvSpPr/>
          <p:nvPr/>
        </p:nvSpPr>
        <p:spPr>
          <a:xfrm>
            <a:off x="3085162" y="883861"/>
            <a:ext cx="2551176" cy="534924"/>
          </a:xfrm>
          <a:prstGeom prst="rect">
            <a:avLst/>
          </a:prstGeom>
          <a:solidFill>
            <a:srgbClr val="F5A623"/>
          </a:solidFill>
          <a:ln w="12700">
            <a:solidFill>
              <a:srgbClr val="F5A623"/>
            </a:solidFill>
            <a:prstDash val="solid"/>
          </a:ln>
        </p:spPr>
        <p:txBody>
          <a:bodyPr/>
          <a:lstStyle/>
          <a:p>
            <a:endParaRPr lang="en-US"/>
          </a:p>
        </p:txBody>
      </p:sp>
      <p:sp>
        <p:nvSpPr>
          <p:cNvPr id="24" name="Text 11">
            <a:extLst>
              <a:ext uri="{FF2B5EF4-FFF2-40B4-BE49-F238E27FC236}">
                <a16:creationId xmlns:a16="http://schemas.microsoft.com/office/drawing/2014/main" id="{34B01579-7650-EF24-B5A3-05AAFA7A1B47}"/>
              </a:ext>
            </a:extLst>
          </p:cNvPr>
          <p:cNvSpPr/>
          <p:nvPr/>
        </p:nvSpPr>
        <p:spPr>
          <a:xfrm>
            <a:off x="3208606" y="1041595"/>
            <a:ext cx="2297430" cy="17145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350" b="1">
                <a:solidFill>
                  <a:srgbClr val="FFFFFF"/>
                </a:solidFill>
                <a:latin typeface="Century Gothic" pitchFamily="34" charset="0"/>
                <a:ea typeface="Century Gothic" pitchFamily="34" charset="-122"/>
                <a:cs typeface="Century Gothic" pitchFamily="34" charset="-120"/>
              </a:rPr>
              <a:t>COMTRAC</a:t>
            </a:r>
            <a:endParaRPr lang="en-US" sz="1350"/>
          </a:p>
        </p:txBody>
      </p:sp>
      <p:sp>
        <p:nvSpPr>
          <p:cNvPr id="26" name="Text 12">
            <a:extLst>
              <a:ext uri="{FF2B5EF4-FFF2-40B4-BE49-F238E27FC236}">
                <a16:creationId xmlns:a16="http://schemas.microsoft.com/office/drawing/2014/main" id="{14BE5035-384D-BFB4-F2AE-8413AC8B2BBC}"/>
              </a:ext>
            </a:extLst>
          </p:cNvPr>
          <p:cNvSpPr/>
          <p:nvPr/>
        </p:nvSpPr>
        <p:spPr>
          <a:xfrm>
            <a:off x="3256612" y="1610809"/>
            <a:ext cx="2194560" cy="452628"/>
          </a:xfrm>
          <a:prstGeom prst="rect">
            <a:avLst/>
          </a:prstGeom>
          <a:noFill/>
          <a:ln/>
        </p:spPr>
        <p:txBody>
          <a:bodyPr wrap="square" lIns="191" tIns="191" rIns="191" bIns="191"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125" b="1">
                <a:solidFill>
                  <a:srgbClr val="102A43"/>
                </a:solidFill>
                <a:latin typeface="Century Gothic" pitchFamily="34" charset="0"/>
                <a:ea typeface="Century Gothic" pitchFamily="34" charset="-122"/>
                <a:cs typeface="Century Gothic" pitchFamily="34" charset="-120"/>
              </a:rPr>
              <a:t>Evidence-to-offence discipline</a:t>
            </a:r>
            <a:endParaRPr lang="en-US" sz="1125"/>
          </a:p>
        </p:txBody>
      </p:sp>
      <p:sp>
        <p:nvSpPr>
          <p:cNvPr id="28" name="Text 13">
            <a:extLst>
              <a:ext uri="{FF2B5EF4-FFF2-40B4-BE49-F238E27FC236}">
                <a16:creationId xmlns:a16="http://schemas.microsoft.com/office/drawing/2014/main" id="{D0D37F95-88BD-507A-9835-D72980455F63}"/>
              </a:ext>
            </a:extLst>
          </p:cNvPr>
          <p:cNvSpPr/>
          <p:nvPr/>
        </p:nvSpPr>
        <p:spPr>
          <a:xfrm>
            <a:off x="3277186" y="2118301"/>
            <a:ext cx="2153412" cy="1570482"/>
          </a:xfrm>
          <a:prstGeom prst="rect">
            <a:avLst/>
          </a:prstGeom>
          <a:noFill/>
          <a:ln/>
        </p:spPr>
        <p:txBody>
          <a:bodyPr wrap="square" lIns="191" tIns="191" rIns="191" bIns="191" rtlCol="0" anchor="t">
            <a:normAutofit fontScale="92500" lnSpcReduction="10000"/>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a:solidFill>
                  <a:srgbClr val="243B53"/>
                </a:solidFill>
                <a:latin typeface="Century Gothic"/>
                <a:ea typeface="Century Gothic" pitchFamily="34" charset="-122"/>
                <a:cs typeface="Century Gothic" pitchFamily="34" charset="-120"/>
              </a:rPr>
              <a:t>• </a:t>
            </a:r>
            <a:r>
              <a:rPr lang="en-US" sz="900" err="1">
                <a:solidFill>
                  <a:srgbClr val="243B53"/>
                </a:solidFill>
                <a:latin typeface="Century Gothic"/>
                <a:ea typeface="Century Gothic" pitchFamily="34" charset="-122"/>
                <a:cs typeface="Century Gothic" pitchFamily="34" charset="-120"/>
              </a:rPr>
              <a:t>Elementising</a:t>
            </a:r>
            <a:r>
              <a:rPr lang="en-US" sz="900">
                <a:solidFill>
                  <a:srgbClr val="243B53"/>
                </a:solidFill>
                <a:latin typeface="Century Gothic"/>
                <a:ea typeface="Century Gothic" pitchFamily="34" charset="-122"/>
                <a:cs typeface="Century Gothic" pitchFamily="34" charset="-120"/>
              </a:rPr>
              <a:t> Evidence™ maps exhibits to offence or breach elements</a:t>
            </a:r>
            <a:endParaRPr lang="en-US" sz="900">
              <a:latin typeface="Century Gothic"/>
            </a:endParaRPr>
          </a:p>
          <a:p>
            <a:pPr marL="0" indent="0">
              <a:buNone/>
            </a:pPr>
            <a:r>
              <a:rPr lang="en-US" sz="900">
                <a:solidFill>
                  <a:srgbClr val="243B53"/>
                </a:solidFill>
                <a:latin typeface="Century Gothic"/>
                <a:ea typeface="Century Gothic" pitchFamily="34" charset="-122"/>
                <a:cs typeface="Century Gothic" pitchFamily="34" charset="-120"/>
              </a:rPr>
              <a:t>• Targeted AI supports evidence analysis with human review</a:t>
            </a:r>
            <a:endParaRPr lang="en-US" sz="900">
              <a:latin typeface="Century Gothic"/>
            </a:endParaRPr>
          </a:p>
          <a:p>
            <a:pPr marL="0" indent="0">
              <a:buNone/>
            </a:pPr>
            <a:r>
              <a:rPr lang="en-US" sz="900">
                <a:solidFill>
                  <a:srgbClr val="243B53"/>
                </a:solidFill>
                <a:latin typeface="Century Gothic"/>
                <a:ea typeface="Century Gothic" pitchFamily="34" charset="-122"/>
                <a:cs typeface="Century Gothic" pitchFamily="34" charset="-120"/>
              </a:rPr>
              <a:t>• One-click reports and court-ready briefs</a:t>
            </a:r>
          </a:p>
          <a:p>
            <a:pPr marL="0" indent="0">
              <a:buNone/>
            </a:pPr>
            <a:endParaRPr lang="en-US" sz="900">
              <a:solidFill>
                <a:srgbClr val="243B53"/>
              </a:solidFill>
              <a:latin typeface="Century Gothic"/>
            </a:endParaRPr>
          </a:p>
          <a:p>
            <a:pPr marL="0" indent="0">
              <a:buNone/>
            </a:pPr>
            <a:endParaRPr lang="en-US" sz="900">
              <a:solidFill>
                <a:srgbClr val="243B53"/>
              </a:solidFill>
              <a:latin typeface="Century Gothic"/>
            </a:endParaRPr>
          </a:p>
          <a:p>
            <a:pPr marL="171450" indent="-171450">
              <a:buFont typeface="Wingdings" panose="05000000000000000000" pitchFamily="2" charset="2"/>
              <a:buChar char="v"/>
            </a:pPr>
            <a:r>
              <a:rPr lang="en-US" sz="900">
                <a:solidFill>
                  <a:srgbClr val="C00000"/>
                </a:solidFill>
                <a:latin typeface="Century Gothic"/>
              </a:rPr>
              <a:t>Its AI is pre-configured prompts over structured case fields — document assembly, not cross-document reasoning.</a:t>
            </a:r>
          </a:p>
          <a:p>
            <a:pPr marL="171450" indent="-171450">
              <a:buFont typeface="Wingdings" panose="05000000000000000000" pitchFamily="2" charset="2"/>
              <a:buChar char="v"/>
            </a:pPr>
            <a:r>
              <a:rPr lang="en-US" sz="900">
                <a:solidFill>
                  <a:srgbClr val="C00000"/>
                </a:solidFill>
                <a:latin typeface="Century Gothic"/>
              </a:rPr>
              <a:t>No feature for chat forensics, no contradiction detection across statements.</a:t>
            </a:r>
          </a:p>
        </p:txBody>
      </p:sp>
      <p:sp>
        <p:nvSpPr>
          <p:cNvPr id="30" name="Shape 14">
            <a:extLst>
              <a:ext uri="{FF2B5EF4-FFF2-40B4-BE49-F238E27FC236}">
                <a16:creationId xmlns:a16="http://schemas.microsoft.com/office/drawing/2014/main" id="{6D182D22-396F-2CB3-6D99-335C5505E9DD}"/>
              </a:ext>
            </a:extLst>
          </p:cNvPr>
          <p:cNvSpPr/>
          <p:nvPr/>
        </p:nvSpPr>
        <p:spPr>
          <a:xfrm>
            <a:off x="3345766" y="3764221"/>
            <a:ext cx="2029968" cy="240030"/>
          </a:xfrm>
          <a:prstGeom prst="roundRect">
            <a:avLst>
              <a:gd name="adj" fmla="val 22857"/>
            </a:avLst>
          </a:prstGeom>
          <a:solidFill>
            <a:srgbClr val="F5A623"/>
          </a:solidFill>
          <a:ln w="12700">
            <a:solidFill>
              <a:srgbClr val="F5A623"/>
            </a:solidFill>
            <a:prstDash val="solid"/>
          </a:ln>
          <a:effectLst>
            <a:outerShdw blurRad="12700" dist="5080" dir="2700000" algn="bl" rotWithShape="0">
              <a:srgbClr val="000000">
                <a:alpha val="12000"/>
              </a:srgbClr>
            </a:outerShdw>
          </a:effectLst>
        </p:spPr>
        <p:txBody>
          <a:bodyPr/>
          <a:lstStyle/>
          <a:p>
            <a:endParaRPr lang="en-US"/>
          </a:p>
        </p:txBody>
      </p:sp>
      <p:sp>
        <p:nvSpPr>
          <p:cNvPr id="32" name="Text 15">
            <a:extLst>
              <a:ext uri="{FF2B5EF4-FFF2-40B4-BE49-F238E27FC236}">
                <a16:creationId xmlns:a16="http://schemas.microsoft.com/office/drawing/2014/main" id="{79BF931A-486E-9CEC-B280-9B4A0338C151}"/>
              </a:ext>
            </a:extLst>
          </p:cNvPr>
          <p:cNvSpPr/>
          <p:nvPr/>
        </p:nvSpPr>
        <p:spPr>
          <a:xfrm>
            <a:off x="3400630" y="3819085"/>
            <a:ext cx="1920240" cy="109728"/>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800" b="1">
                <a:solidFill>
                  <a:srgbClr val="FFFFFF"/>
                </a:solidFill>
                <a:latin typeface="Century Gothic"/>
                <a:ea typeface="Century Gothic" pitchFamily="34" charset="-122"/>
                <a:cs typeface="Century Gothic" pitchFamily="34" charset="-120"/>
              </a:rPr>
              <a:t>Best for proof-led work</a:t>
            </a:r>
            <a:endParaRPr lang="en-US" sz="800">
              <a:latin typeface="Century Gothic"/>
            </a:endParaRPr>
          </a:p>
        </p:txBody>
      </p:sp>
      <p:sp>
        <p:nvSpPr>
          <p:cNvPr id="34" name="Shape 16">
            <a:extLst>
              <a:ext uri="{FF2B5EF4-FFF2-40B4-BE49-F238E27FC236}">
                <a16:creationId xmlns:a16="http://schemas.microsoft.com/office/drawing/2014/main" id="{1C723AB4-E71D-F16B-4E73-E2BF1234E5F0}"/>
              </a:ext>
            </a:extLst>
          </p:cNvPr>
          <p:cNvSpPr/>
          <p:nvPr/>
        </p:nvSpPr>
        <p:spPr>
          <a:xfrm>
            <a:off x="5773498" y="883861"/>
            <a:ext cx="2551176" cy="3257550"/>
          </a:xfrm>
          <a:prstGeom prst="roundRect">
            <a:avLst>
              <a:gd name="adj" fmla="val 2151"/>
            </a:avLst>
          </a:prstGeom>
          <a:solidFill>
            <a:srgbClr val="FFFFFF"/>
          </a:solidFill>
          <a:ln w="17780">
            <a:solidFill>
              <a:srgbClr val="6750A4"/>
            </a:solidFill>
            <a:prstDash val="solid"/>
          </a:ln>
          <a:effectLst>
            <a:outerShdw blurRad="15240" dist="6350" dir="2700000" algn="bl" rotWithShape="0">
              <a:srgbClr val="31445A">
                <a:alpha val="12000"/>
              </a:srgbClr>
            </a:outerShdw>
          </a:effectLst>
        </p:spPr>
        <p:txBody>
          <a:bodyPr/>
          <a:lstStyle/>
          <a:p>
            <a:endParaRPr lang="en-US"/>
          </a:p>
        </p:txBody>
      </p:sp>
      <p:sp>
        <p:nvSpPr>
          <p:cNvPr id="36" name="Shape 17">
            <a:extLst>
              <a:ext uri="{FF2B5EF4-FFF2-40B4-BE49-F238E27FC236}">
                <a16:creationId xmlns:a16="http://schemas.microsoft.com/office/drawing/2014/main" id="{2212CC97-1844-04D0-170B-94D90F6AB684}"/>
              </a:ext>
            </a:extLst>
          </p:cNvPr>
          <p:cNvSpPr/>
          <p:nvPr/>
        </p:nvSpPr>
        <p:spPr>
          <a:xfrm>
            <a:off x="5773498" y="883861"/>
            <a:ext cx="2551176" cy="534924"/>
          </a:xfrm>
          <a:prstGeom prst="rect">
            <a:avLst/>
          </a:prstGeom>
          <a:solidFill>
            <a:srgbClr val="6750A4"/>
          </a:solidFill>
          <a:ln w="12700">
            <a:solidFill>
              <a:srgbClr val="6750A4"/>
            </a:solidFill>
            <a:prstDash val="solid"/>
          </a:ln>
        </p:spPr>
        <p:txBody>
          <a:bodyPr/>
          <a:lstStyle/>
          <a:p>
            <a:endParaRPr lang="en-US"/>
          </a:p>
        </p:txBody>
      </p:sp>
      <p:sp>
        <p:nvSpPr>
          <p:cNvPr id="38" name="Text 18">
            <a:extLst>
              <a:ext uri="{FF2B5EF4-FFF2-40B4-BE49-F238E27FC236}">
                <a16:creationId xmlns:a16="http://schemas.microsoft.com/office/drawing/2014/main" id="{14A8E6CE-B829-C83B-DF3C-F2D146E5AD98}"/>
              </a:ext>
            </a:extLst>
          </p:cNvPr>
          <p:cNvSpPr/>
          <p:nvPr/>
        </p:nvSpPr>
        <p:spPr>
          <a:xfrm>
            <a:off x="5896942" y="1041595"/>
            <a:ext cx="2297430" cy="17145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350" b="1">
                <a:solidFill>
                  <a:srgbClr val="FFFFFF"/>
                </a:solidFill>
                <a:latin typeface="Century Gothic" pitchFamily="34" charset="0"/>
                <a:ea typeface="Century Gothic" pitchFamily="34" charset="-122"/>
                <a:cs typeface="Century Gothic" pitchFamily="34" charset="-120"/>
              </a:rPr>
              <a:t>POLONIOUS</a:t>
            </a:r>
            <a:endParaRPr lang="en-US" sz="1350"/>
          </a:p>
        </p:txBody>
      </p:sp>
      <p:sp>
        <p:nvSpPr>
          <p:cNvPr id="40" name="Text 19">
            <a:extLst>
              <a:ext uri="{FF2B5EF4-FFF2-40B4-BE49-F238E27FC236}">
                <a16:creationId xmlns:a16="http://schemas.microsoft.com/office/drawing/2014/main" id="{20F91A7D-39AC-41A7-F7AB-D3EB878649F3}"/>
              </a:ext>
            </a:extLst>
          </p:cNvPr>
          <p:cNvSpPr/>
          <p:nvPr/>
        </p:nvSpPr>
        <p:spPr>
          <a:xfrm>
            <a:off x="5944948" y="1610809"/>
            <a:ext cx="2194560" cy="452628"/>
          </a:xfrm>
          <a:prstGeom prst="rect">
            <a:avLst/>
          </a:prstGeom>
          <a:noFill/>
          <a:ln/>
        </p:spPr>
        <p:txBody>
          <a:bodyPr wrap="square" lIns="191" tIns="191" rIns="191" bIns="191"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125" b="1">
                <a:solidFill>
                  <a:srgbClr val="102A43"/>
                </a:solidFill>
                <a:latin typeface="Century Gothic" pitchFamily="34" charset="0"/>
                <a:ea typeface="Century Gothic" pitchFamily="34" charset="-122"/>
                <a:cs typeface="Century Gothic" pitchFamily="34" charset="-120"/>
              </a:rPr>
              <a:t>Configurable workflow operations</a:t>
            </a:r>
            <a:endParaRPr lang="en-US" sz="1125"/>
          </a:p>
        </p:txBody>
      </p:sp>
      <p:sp>
        <p:nvSpPr>
          <p:cNvPr id="42" name="Text 20">
            <a:extLst>
              <a:ext uri="{FF2B5EF4-FFF2-40B4-BE49-F238E27FC236}">
                <a16:creationId xmlns:a16="http://schemas.microsoft.com/office/drawing/2014/main" id="{A6D5876C-2070-FB51-1E35-276D781B7786}"/>
              </a:ext>
            </a:extLst>
          </p:cNvPr>
          <p:cNvSpPr/>
          <p:nvPr/>
        </p:nvSpPr>
        <p:spPr>
          <a:xfrm>
            <a:off x="5965522" y="2118301"/>
            <a:ext cx="2153412" cy="1570482"/>
          </a:xfrm>
          <a:prstGeom prst="rect">
            <a:avLst/>
          </a:prstGeom>
          <a:noFill/>
          <a:ln/>
        </p:spPr>
        <p:txBody>
          <a:bodyPr wrap="square" lIns="191" tIns="191" rIns="191" bIns="191" rtlCol="0" anchor="t">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00">
                <a:solidFill>
                  <a:srgbClr val="243B53"/>
                </a:solidFill>
                <a:latin typeface="Century Gothic"/>
                <a:ea typeface="Century Gothic" pitchFamily="34" charset="-122"/>
                <a:cs typeface="Century Gothic" pitchFamily="34" charset="-120"/>
              </a:rPr>
              <a:t>• Flexible workflows with gated decision points</a:t>
            </a:r>
            <a:endParaRPr lang="en-US" sz="800">
              <a:latin typeface="Century Gothic"/>
            </a:endParaRPr>
          </a:p>
          <a:p>
            <a:pPr marL="0" indent="0">
              <a:buNone/>
            </a:pPr>
            <a:r>
              <a:rPr lang="en-US" sz="800">
                <a:solidFill>
                  <a:srgbClr val="243B53"/>
                </a:solidFill>
                <a:latin typeface="Century Gothic"/>
                <a:ea typeface="Century Gothic" pitchFamily="34" charset="-122"/>
                <a:cs typeface="Century Gothic" pitchFamily="34" charset="-120"/>
              </a:rPr>
              <a:t>• Workload allocation, scheduling and linked-case hierarchy</a:t>
            </a:r>
            <a:endParaRPr lang="en-US" sz="800">
              <a:latin typeface="Century Gothic"/>
            </a:endParaRPr>
          </a:p>
          <a:p>
            <a:pPr marL="0" indent="0">
              <a:buNone/>
            </a:pPr>
            <a:r>
              <a:rPr lang="en-US" sz="800">
                <a:solidFill>
                  <a:srgbClr val="243B53"/>
                </a:solidFill>
                <a:latin typeface="Century Gothic"/>
                <a:ea typeface="Century Gothic" pitchFamily="34" charset="-122"/>
                <a:cs typeface="Century Gothic" pitchFamily="34" charset="-120"/>
              </a:rPr>
              <a:t>• Automated reporting and BI visibility</a:t>
            </a:r>
          </a:p>
          <a:p>
            <a:pPr marL="0" indent="0">
              <a:buNone/>
            </a:pPr>
            <a:endParaRPr lang="en-US" sz="800">
              <a:solidFill>
                <a:srgbClr val="243B53"/>
              </a:solidFill>
              <a:latin typeface="Century Gothic"/>
            </a:endParaRPr>
          </a:p>
          <a:p>
            <a:pPr marL="0" indent="0">
              <a:buNone/>
            </a:pPr>
            <a:endParaRPr lang="en-US" sz="800">
              <a:solidFill>
                <a:srgbClr val="243B53"/>
              </a:solidFill>
              <a:latin typeface="Century Gothic"/>
            </a:endParaRPr>
          </a:p>
          <a:p>
            <a:pPr marL="171450" indent="-171450">
              <a:buFont typeface="Wingdings" panose="05000000000000000000" pitchFamily="2" charset="2"/>
              <a:buChar char="v"/>
            </a:pPr>
            <a:r>
              <a:rPr lang="en-US" sz="800">
                <a:solidFill>
                  <a:srgbClr val="C00000"/>
                </a:solidFill>
                <a:latin typeface="Century Gothic"/>
              </a:rPr>
              <a:t>Built for  insurance and workplace investigations. It administers cases rather than </a:t>
            </a:r>
            <a:r>
              <a:rPr lang="en-US" sz="800" err="1">
                <a:solidFill>
                  <a:srgbClr val="C00000"/>
                </a:solidFill>
                <a:latin typeface="Century Gothic"/>
              </a:rPr>
              <a:t>analysing</a:t>
            </a:r>
            <a:r>
              <a:rPr lang="en-US" sz="800">
                <a:solidFill>
                  <a:srgbClr val="C00000"/>
                </a:solidFill>
                <a:latin typeface="Century Gothic"/>
              </a:rPr>
              <a:t> evidence</a:t>
            </a:r>
          </a:p>
          <a:p>
            <a:pPr marL="171450" indent="-171450">
              <a:buFont typeface="Wingdings" panose="05000000000000000000" pitchFamily="2" charset="2"/>
              <a:buChar char="v"/>
            </a:pPr>
            <a:r>
              <a:rPr lang="en-US" sz="800">
                <a:solidFill>
                  <a:srgbClr val="C00000"/>
                </a:solidFill>
                <a:latin typeface="Century Gothic"/>
              </a:rPr>
              <a:t>No link analysis, no element mapping, no AI layer.</a:t>
            </a:r>
          </a:p>
        </p:txBody>
      </p:sp>
      <p:sp>
        <p:nvSpPr>
          <p:cNvPr id="44" name="Shape 21">
            <a:extLst>
              <a:ext uri="{FF2B5EF4-FFF2-40B4-BE49-F238E27FC236}">
                <a16:creationId xmlns:a16="http://schemas.microsoft.com/office/drawing/2014/main" id="{0CB8E7AB-0447-4D48-38A9-57FDC661E138}"/>
              </a:ext>
            </a:extLst>
          </p:cNvPr>
          <p:cNvSpPr/>
          <p:nvPr/>
        </p:nvSpPr>
        <p:spPr>
          <a:xfrm>
            <a:off x="6034102" y="3764221"/>
            <a:ext cx="2029968" cy="240030"/>
          </a:xfrm>
          <a:prstGeom prst="roundRect">
            <a:avLst>
              <a:gd name="adj" fmla="val 22857"/>
            </a:avLst>
          </a:prstGeom>
          <a:solidFill>
            <a:srgbClr val="6750A4"/>
          </a:solidFill>
          <a:ln w="12700">
            <a:solidFill>
              <a:srgbClr val="6750A4"/>
            </a:solidFill>
            <a:prstDash val="solid"/>
          </a:ln>
          <a:effectLst>
            <a:outerShdw blurRad="12700" dist="5080" dir="2700000" algn="bl" rotWithShape="0">
              <a:srgbClr val="000000">
                <a:alpha val="12000"/>
              </a:srgbClr>
            </a:outerShdw>
          </a:effectLst>
        </p:spPr>
        <p:txBody>
          <a:bodyPr/>
          <a:lstStyle/>
          <a:p>
            <a:endParaRPr lang="en-US"/>
          </a:p>
        </p:txBody>
      </p:sp>
      <p:sp>
        <p:nvSpPr>
          <p:cNvPr id="46" name="Text 22">
            <a:extLst>
              <a:ext uri="{FF2B5EF4-FFF2-40B4-BE49-F238E27FC236}">
                <a16:creationId xmlns:a16="http://schemas.microsoft.com/office/drawing/2014/main" id="{03E14902-E783-7A61-5F68-6747A668214E}"/>
              </a:ext>
            </a:extLst>
          </p:cNvPr>
          <p:cNvSpPr/>
          <p:nvPr/>
        </p:nvSpPr>
        <p:spPr>
          <a:xfrm>
            <a:off x="6088966" y="3819085"/>
            <a:ext cx="1920240" cy="109728"/>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800" b="1">
                <a:solidFill>
                  <a:srgbClr val="FFFFFF"/>
                </a:solidFill>
                <a:latin typeface="Century Gothic"/>
                <a:ea typeface="Century Gothic" pitchFamily="34" charset="-122"/>
                <a:cs typeface="Century Gothic" pitchFamily="34" charset="-120"/>
              </a:rPr>
              <a:t>Best for process-led work</a:t>
            </a:r>
            <a:endParaRPr lang="en-US" sz="800">
              <a:latin typeface="Century Gothic"/>
            </a:endParaRPr>
          </a:p>
        </p:txBody>
      </p:sp>
    </p:spTree>
    <p:extLst>
      <p:ext uri="{BB962C8B-B14F-4D97-AF65-F5344CB8AC3E}">
        <p14:creationId xmlns:p14="http://schemas.microsoft.com/office/powerpoint/2010/main" val="1904453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444364-E01D-DE1A-A39D-06AF760E3825}"/>
              </a:ext>
            </a:extLst>
          </p:cNvPr>
          <p:cNvSpPr>
            <a:spLocks noGrp="1"/>
          </p:cNvSpPr>
          <p:nvPr>
            <p:ph type="sldNum" idx="10"/>
          </p:nvPr>
        </p:nvSpPr>
        <p:spPr/>
        <p:txBody>
          <a:bodyPr/>
          <a:lstStyle/>
          <a:p>
            <a:fld id="{93DB7E74-C4BF-421C-B40C-121327DBB773}" type="slidenum">
              <a:rPr lang="en" smtClean="0"/>
              <a:pPr/>
              <a:t>14</a:t>
            </a:fld>
            <a:endParaRPr lang="en"/>
          </a:p>
        </p:txBody>
      </p:sp>
      <p:sp>
        <p:nvSpPr>
          <p:cNvPr id="3" name="Title 2">
            <a:extLst>
              <a:ext uri="{FF2B5EF4-FFF2-40B4-BE49-F238E27FC236}">
                <a16:creationId xmlns:a16="http://schemas.microsoft.com/office/drawing/2014/main" id="{C991F9A3-EE81-54DC-42CE-91A9EA6BC20F}"/>
              </a:ext>
            </a:extLst>
          </p:cNvPr>
          <p:cNvSpPr>
            <a:spLocks noGrp="1"/>
          </p:cNvSpPr>
          <p:nvPr>
            <p:ph type="title"/>
          </p:nvPr>
        </p:nvSpPr>
        <p:spPr>
          <a:xfrm>
            <a:off x="0" y="0"/>
            <a:ext cx="8681426" cy="538579"/>
          </a:xfrm>
        </p:spPr>
        <p:txBody>
          <a:bodyPr/>
          <a:lstStyle/>
          <a:p>
            <a:r>
              <a:rPr lang="en-US"/>
              <a:t>Meeting with </a:t>
            </a:r>
            <a:r>
              <a:rPr lang="en-US" err="1"/>
              <a:t>Knovel</a:t>
            </a:r>
            <a:endParaRPr lang="en-US"/>
          </a:p>
        </p:txBody>
      </p:sp>
      <p:sp>
        <p:nvSpPr>
          <p:cNvPr id="4" name="TextBox 3">
            <a:extLst>
              <a:ext uri="{FF2B5EF4-FFF2-40B4-BE49-F238E27FC236}">
                <a16:creationId xmlns:a16="http://schemas.microsoft.com/office/drawing/2014/main" id="{545B9AF9-C553-955B-FF1A-788CAD167562}"/>
              </a:ext>
            </a:extLst>
          </p:cNvPr>
          <p:cNvSpPr txBox="1"/>
          <p:nvPr/>
        </p:nvSpPr>
        <p:spPr>
          <a:xfrm>
            <a:off x="138989" y="738835"/>
            <a:ext cx="5086649" cy="738664"/>
          </a:xfrm>
          <a:prstGeom prst="rect">
            <a:avLst/>
          </a:prstGeom>
          <a:noFill/>
        </p:spPr>
        <p:txBody>
          <a:bodyPr wrap="none" rtlCol="0">
            <a:spAutoFit/>
          </a:bodyPr>
          <a:lstStyle/>
          <a:p>
            <a:r>
              <a:rPr lang="en-US"/>
              <a:t>12-Oct-2026 </a:t>
            </a:r>
          </a:p>
          <a:p>
            <a:pPr marL="285750" indent="-285750">
              <a:buFontTx/>
              <a:buChar char="-"/>
            </a:pPr>
            <a:r>
              <a:rPr lang="en-US"/>
              <a:t>Agree to have User Journey on Bribery case</a:t>
            </a:r>
          </a:p>
          <a:p>
            <a:pPr marL="285750" indent="-285750">
              <a:buFontTx/>
              <a:buChar char="-"/>
            </a:pPr>
            <a:r>
              <a:rPr lang="en-US"/>
              <a:t>To provide product features on Timelines and Dashboards</a:t>
            </a:r>
          </a:p>
        </p:txBody>
      </p:sp>
    </p:spTree>
    <p:extLst>
      <p:ext uri="{BB962C8B-B14F-4D97-AF65-F5344CB8AC3E}">
        <p14:creationId xmlns:p14="http://schemas.microsoft.com/office/powerpoint/2010/main" val="1011975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260707-77AC-EB3F-A7D5-5A0735EA6D43}"/>
              </a:ext>
            </a:extLst>
          </p:cNvPr>
          <p:cNvSpPr>
            <a:spLocks noGrp="1"/>
          </p:cNvSpPr>
          <p:nvPr>
            <p:ph type="sldNum" idx="4"/>
          </p:nvPr>
        </p:nvSpPr>
        <p:spPr/>
        <p:txBody>
          <a:bodyPr/>
          <a:lstStyle/>
          <a:p>
            <a:fld id="{93DB7E74-C4BF-421C-B40C-121327DBB773}" type="slidenum">
              <a:rPr lang="en" smtClean="0"/>
              <a:pPr/>
              <a:t>15</a:t>
            </a:fld>
            <a:endParaRPr lang="en"/>
          </a:p>
        </p:txBody>
      </p:sp>
    </p:spTree>
    <p:extLst>
      <p:ext uri="{BB962C8B-B14F-4D97-AF65-F5344CB8AC3E}">
        <p14:creationId xmlns:p14="http://schemas.microsoft.com/office/powerpoint/2010/main" val="3525120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6CA158-DF81-604F-2002-297EA2CF2C1F}"/>
              </a:ext>
            </a:extLst>
          </p:cNvPr>
          <p:cNvSpPr>
            <a:spLocks noGrp="1"/>
          </p:cNvSpPr>
          <p:nvPr>
            <p:ph type="sldNum" idx="10"/>
          </p:nvPr>
        </p:nvSpPr>
        <p:spPr/>
        <p:txBody>
          <a:bodyPr/>
          <a:lstStyle/>
          <a:p>
            <a:fld id="{93DB7E74-C4BF-421C-B40C-121327DBB773}" type="slidenum">
              <a:rPr lang="en" smtClean="0"/>
              <a:pPr/>
              <a:t>16</a:t>
            </a:fld>
            <a:endParaRPr lang="en"/>
          </a:p>
        </p:txBody>
      </p:sp>
      <p:sp>
        <p:nvSpPr>
          <p:cNvPr id="3" name="Title 2">
            <a:extLst>
              <a:ext uri="{FF2B5EF4-FFF2-40B4-BE49-F238E27FC236}">
                <a16:creationId xmlns:a16="http://schemas.microsoft.com/office/drawing/2014/main" id="{555C6289-56B6-9C8D-B25A-0ECA19DDE3E4}"/>
              </a:ext>
            </a:extLst>
          </p:cNvPr>
          <p:cNvSpPr>
            <a:spLocks noGrp="1"/>
          </p:cNvSpPr>
          <p:nvPr>
            <p:ph type="title"/>
          </p:nvPr>
        </p:nvSpPr>
        <p:spPr>
          <a:xfrm>
            <a:off x="243476" y="394936"/>
            <a:ext cx="3493966" cy="494618"/>
          </a:xfrm>
        </p:spPr>
        <p:txBody>
          <a:bodyPr/>
          <a:lstStyle/>
          <a:p>
            <a:r>
              <a:rPr lang="en-US"/>
              <a:t>Next steps</a:t>
            </a:r>
          </a:p>
        </p:txBody>
      </p:sp>
      <p:sp>
        <p:nvSpPr>
          <p:cNvPr id="4" name="TextBox 3">
            <a:extLst>
              <a:ext uri="{FF2B5EF4-FFF2-40B4-BE49-F238E27FC236}">
                <a16:creationId xmlns:a16="http://schemas.microsoft.com/office/drawing/2014/main" id="{1DFA1171-8F27-4D28-9692-B09B63AC81AF}"/>
              </a:ext>
            </a:extLst>
          </p:cNvPr>
          <p:cNvSpPr txBox="1"/>
          <p:nvPr/>
        </p:nvSpPr>
        <p:spPr>
          <a:xfrm>
            <a:off x="7620000" y="1117600"/>
            <a:ext cx="1308100" cy="304800"/>
          </a:xfrm>
          <a:prstGeom prst="rect">
            <a:avLst/>
          </a:prstGeom>
          <a:noFill/>
        </p:spPr>
        <p:txBody>
          <a:bodyPr vertOverflow="overflow" vert="horz" wrap="square" rtlCol="0" anchor="ctr" anchorCtr="0">
            <a:noAutofit/>
          </a:bodyPr>
          <a:lstStyle/>
          <a:p>
            <a:pPr algn="r"/>
            <a:r>
              <a:rPr lang="en-US" b="1">
                <a:solidFill>
                  <a:srgbClr val="6B2E67"/>
                </a:solidFill>
                <a:latin typeface="Century Gothic"/>
              </a:rPr>
              <a:t>Owner</a:t>
            </a:r>
          </a:p>
        </p:txBody>
      </p:sp>
      <p:sp>
        <p:nvSpPr>
          <p:cNvPr id="5" name="Oval 4">
            <a:extLst>
              <a:ext uri="{FF2B5EF4-FFF2-40B4-BE49-F238E27FC236}">
                <a16:creationId xmlns:a16="http://schemas.microsoft.com/office/drawing/2014/main" id="{16BAB443-86BD-421A-835F-3CA34C0F5C26}"/>
              </a:ext>
            </a:extLst>
          </p:cNvPr>
          <p:cNvSpPr/>
          <p:nvPr/>
        </p:nvSpPr>
        <p:spPr>
          <a:xfrm>
            <a:off x="241300" y="1587500"/>
            <a:ext cx="457200" cy="457200"/>
          </a:xfrm>
          <a:prstGeom prst="ellipse">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lIns="0" tIns="0" rIns="0" bIns="0" rtlCol="0" anchor="ctr" anchorCtr="0">
            <a:noAutofit/>
          </a:bodyPr>
          <a:lstStyle/>
          <a:p>
            <a:pPr algn="ctr"/>
            <a:r>
              <a:rPr lang="en-US" sz="1600" b="1">
                <a:solidFill>
                  <a:srgbClr val="FFFFFF"/>
                </a:solidFill>
                <a:latin typeface="Century Gothic"/>
              </a:rPr>
              <a:t>1</a:t>
            </a:r>
          </a:p>
        </p:txBody>
      </p:sp>
      <p:sp>
        <p:nvSpPr>
          <p:cNvPr id="6" name="TextBox 5">
            <a:extLst>
              <a:ext uri="{FF2B5EF4-FFF2-40B4-BE49-F238E27FC236}">
                <a16:creationId xmlns:a16="http://schemas.microsoft.com/office/drawing/2014/main" id="{E38F9C39-E9F2-480F-BA12-A20A778B59F7}"/>
              </a:ext>
            </a:extLst>
          </p:cNvPr>
          <p:cNvSpPr txBox="1"/>
          <p:nvPr/>
        </p:nvSpPr>
        <p:spPr>
          <a:xfrm>
            <a:off x="863600" y="1498600"/>
            <a:ext cx="3175000" cy="635000"/>
          </a:xfrm>
          <a:prstGeom prst="rect">
            <a:avLst/>
          </a:prstGeom>
          <a:noFill/>
        </p:spPr>
        <p:txBody>
          <a:bodyPr vertOverflow="overflow" vert="horz" wrap="square" lIns="91440" tIns="45720" rIns="91440" bIns="45720" rtlCol="0" anchor="ctr" anchorCtr="0">
            <a:noAutofit/>
          </a:bodyPr>
          <a:lstStyle/>
          <a:p>
            <a:r>
              <a:rPr lang="en-US" sz="1600" b="1">
                <a:solidFill>
                  <a:srgbClr val="6B2E67"/>
                </a:solidFill>
                <a:latin typeface="Century Gothic"/>
              </a:rPr>
              <a:t>Agree the pilot case</a:t>
            </a:r>
          </a:p>
        </p:txBody>
      </p:sp>
      <p:sp>
        <p:nvSpPr>
          <p:cNvPr id="7" name="TextBox 6">
            <a:extLst>
              <a:ext uri="{FF2B5EF4-FFF2-40B4-BE49-F238E27FC236}">
                <a16:creationId xmlns:a16="http://schemas.microsoft.com/office/drawing/2014/main" id="{71376259-5C61-415F-97F7-F87E0CA2A7EB}"/>
              </a:ext>
            </a:extLst>
          </p:cNvPr>
          <p:cNvSpPr txBox="1"/>
          <p:nvPr/>
        </p:nvSpPr>
        <p:spPr>
          <a:xfrm>
            <a:off x="4038600" y="1498600"/>
            <a:ext cx="3683000" cy="635000"/>
          </a:xfrm>
          <a:prstGeom prst="rect">
            <a:avLst/>
          </a:prstGeom>
          <a:noFill/>
        </p:spPr>
        <p:txBody>
          <a:bodyPr vertOverflow="overflow" vert="horz" wrap="square" rtlCol="0" anchor="ctr" anchorCtr="0">
            <a:noAutofit/>
          </a:bodyPr>
          <a:lstStyle/>
          <a:p>
            <a:pPr algn="l"/>
            <a:r>
              <a:rPr lang="en-US">
                <a:solidFill>
                  <a:srgbClr val="323130"/>
                </a:solidFill>
                <a:latin typeface="Century Gothic"/>
              </a:rPr>
              <a:t>Choose one closed case and a sanitised evidence set</a:t>
            </a:r>
          </a:p>
        </p:txBody>
      </p:sp>
      <p:sp>
        <p:nvSpPr>
          <p:cNvPr id="8" name="TextBox 7">
            <a:extLst>
              <a:ext uri="{FF2B5EF4-FFF2-40B4-BE49-F238E27FC236}">
                <a16:creationId xmlns:a16="http://schemas.microsoft.com/office/drawing/2014/main" id="{713E9295-45C6-418F-A5FA-9932A1520F84}"/>
              </a:ext>
            </a:extLst>
          </p:cNvPr>
          <p:cNvSpPr txBox="1"/>
          <p:nvPr/>
        </p:nvSpPr>
        <p:spPr>
          <a:xfrm>
            <a:off x="7785100" y="1498600"/>
            <a:ext cx="1143000" cy="635000"/>
          </a:xfrm>
          <a:prstGeom prst="rect">
            <a:avLst/>
          </a:prstGeom>
          <a:noFill/>
        </p:spPr>
        <p:txBody>
          <a:bodyPr vertOverflow="overflow" vert="horz" wrap="square" rtlCol="0" anchor="ctr" anchorCtr="0">
            <a:noAutofit/>
          </a:bodyPr>
          <a:lstStyle/>
          <a:p>
            <a:pPr algn="r"/>
            <a:r>
              <a:rPr lang="en-US">
                <a:solidFill>
                  <a:srgbClr val="8A8886"/>
                </a:solidFill>
                <a:latin typeface="Century Gothic"/>
              </a:rPr>
              <a:t>TBC</a:t>
            </a:r>
          </a:p>
        </p:txBody>
      </p:sp>
      <p:cxnSp>
        <p:nvCxnSpPr>
          <p:cNvPr id="9" name="Straight Arrow Connector 8">
            <a:extLst>
              <a:ext uri="{FF2B5EF4-FFF2-40B4-BE49-F238E27FC236}">
                <a16:creationId xmlns:a16="http://schemas.microsoft.com/office/drawing/2014/main" id="{A911F9B0-B306-43F3-B990-DFFBCF49236B}"/>
              </a:ext>
            </a:extLst>
          </p:cNvPr>
          <p:cNvCxnSpPr/>
          <p:nvPr/>
        </p:nvCxnSpPr>
        <p:spPr>
          <a:xfrm>
            <a:off x="863600" y="2209800"/>
            <a:ext cx="8064500" cy="0"/>
          </a:xfrm>
          <a:prstGeom prst="straightConnector1">
            <a:avLst/>
          </a:prstGeom>
          <a:ln w="9525" cap="flat" cmpd="sng" algn="ctr">
            <a:solidFill>
              <a:srgbClr val="E0E0E0"/>
            </a:solidFill>
            <a:prstDash val="soli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0D2DC217-15E2-4904-B93A-F8F9D1DE3B38}"/>
              </a:ext>
            </a:extLst>
          </p:cNvPr>
          <p:cNvSpPr/>
          <p:nvPr/>
        </p:nvSpPr>
        <p:spPr>
          <a:xfrm>
            <a:off x="241300" y="2374900"/>
            <a:ext cx="457200" cy="457200"/>
          </a:xfrm>
          <a:prstGeom prst="ellipse">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lIns="0" tIns="0" rIns="0" bIns="0" rtlCol="0" anchor="ctr" anchorCtr="0">
            <a:noAutofit/>
          </a:bodyPr>
          <a:lstStyle/>
          <a:p>
            <a:pPr algn="ctr"/>
            <a:r>
              <a:rPr lang="en-US" sz="1600" b="1">
                <a:solidFill>
                  <a:srgbClr val="FFFFFF"/>
                </a:solidFill>
                <a:latin typeface="Century Gothic"/>
              </a:rPr>
              <a:t>2</a:t>
            </a:r>
          </a:p>
        </p:txBody>
      </p:sp>
      <p:sp>
        <p:nvSpPr>
          <p:cNvPr id="11" name="TextBox 10">
            <a:extLst>
              <a:ext uri="{FF2B5EF4-FFF2-40B4-BE49-F238E27FC236}">
                <a16:creationId xmlns:a16="http://schemas.microsoft.com/office/drawing/2014/main" id="{F031EFC7-F19E-4E42-A9E2-1ED86C921243}"/>
              </a:ext>
            </a:extLst>
          </p:cNvPr>
          <p:cNvSpPr txBox="1"/>
          <p:nvPr/>
        </p:nvSpPr>
        <p:spPr>
          <a:xfrm>
            <a:off x="863600" y="2286000"/>
            <a:ext cx="3175000" cy="635000"/>
          </a:xfrm>
          <a:prstGeom prst="rect">
            <a:avLst/>
          </a:prstGeom>
          <a:noFill/>
        </p:spPr>
        <p:txBody>
          <a:bodyPr vertOverflow="overflow" vert="horz" wrap="square" rtlCol="0" anchor="ctr" anchorCtr="0">
            <a:noAutofit/>
          </a:bodyPr>
          <a:lstStyle/>
          <a:p>
            <a:pPr algn="l"/>
            <a:r>
              <a:rPr lang="en-US" sz="1600" b="1">
                <a:solidFill>
                  <a:srgbClr val="6B2E67"/>
                </a:solidFill>
                <a:latin typeface="Century Gothic"/>
              </a:rPr>
              <a:t>Set success measures</a:t>
            </a:r>
          </a:p>
        </p:txBody>
      </p:sp>
      <p:sp>
        <p:nvSpPr>
          <p:cNvPr id="12" name="TextBox 11">
            <a:extLst>
              <a:ext uri="{FF2B5EF4-FFF2-40B4-BE49-F238E27FC236}">
                <a16:creationId xmlns:a16="http://schemas.microsoft.com/office/drawing/2014/main" id="{5B87B980-DC1C-4C16-A70F-17D31726FFFE}"/>
              </a:ext>
            </a:extLst>
          </p:cNvPr>
          <p:cNvSpPr txBox="1"/>
          <p:nvPr/>
        </p:nvSpPr>
        <p:spPr>
          <a:xfrm>
            <a:off x="4038600" y="2286000"/>
            <a:ext cx="3683000" cy="635000"/>
          </a:xfrm>
          <a:prstGeom prst="rect">
            <a:avLst/>
          </a:prstGeom>
          <a:noFill/>
        </p:spPr>
        <p:txBody>
          <a:bodyPr vertOverflow="overflow" vert="horz" wrap="square" rtlCol="0" anchor="ctr" anchorCtr="0">
            <a:noAutofit/>
          </a:bodyPr>
          <a:lstStyle/>
          <a:p>
            <a:pPr algn="l"/>
            <a:r>
              <a:rPr lang="en-US">
                <a:solidFill>
                  <a:srgbClr val="323130"/>
                </a:solidFill>
                <a:latin typeface="Century Gothic"/>
              </a:rPr>
              <a:t>For example, review hours per case and contradictions found</a:t>
            </a:r>
          </a:p>
        </p:txBody>
      </p:sp>
      <p:sp>
        <p:nvSpPr>
          <p:cNvPr id="13" name="TextBox 12">
            <a:extLst>
              <a:ext uri="{FF2B5EF4-FFF2-40B4-BE49-F238E27FC236}">
                <a16:creationId xmlns:a16="http://schemas.microsoft.com/office/drawing/2014/main" id="{08170ED9-A55E-40F4-ACF2-AD08BFB4E19E}"/>
              </a:ext>
            </a:extLst>
          </p:cNvPr>
          <p:cNvSpPr txBox="1"/>
          <p:nvPr/>
        </p:nvSpPr>
        <p:spPr>
          <a:xfrm>
            <a:off x="7785100" y="2286000"/>
            <a:ext cx="1143000" cy="635000"/>
          </a:xfrm>
          <a:prstGeom prst="rect">
            <a:avLst/>
          </a:prstGeom>
          <a:noFill/>
        </p:spPr>
        <p:txBody>
          <a:bodyPr vertOverflow="overflow" vert="horz" wrap="square" rtlCol="0" anchor="ctr" anchorCtr="0">
            <a:noAutofit/>
          </a:bodyPr>
          <a:lstStyle/>
          <a:p>
            <a:pPr algn="r"/>
            <a:r>
              <a:rPr lang="en-US">
                <a:solidFill>
                  <a:srgbClr val="8A8886"/>
                </a:solidFill>
                <a:latin typeface="Century Gothic"/>
              </a:rPr>
              <a:t>TBC</a:t>
            </a:r>
          </a:p>
        </p:txBody>
      </p:sp>
      <p:cxnSp>
        <p:nvCxnSpPr>
          <p:cNvPr id="14" name="Straight Arrow Connector 13">
            <a:extLst>
              <a:ext uri="{FF2B5EF4-FFF2-40B4-BE49-F238E27FC236}">
                <a16:creationId xmlns:a16="http://schemas.microsoft.com/office/drawing/2014/main" id="{1C346776-0444-427A-9A65-F79F5DAD0D0E}"/>
              </a:ext>
            </a:extLst>
          </p:cNvPr>
          <p:cNvCxnSpPr/>
          <p:nvPr/>
        </p:nvCxnSpPr>
        <p:spPr>
          <a:xfrm>
            <a:off x="863600" y="2997200"/>
            <a:ext cx="8064500" cy="0"/>
          </a:xfrm>
          <a:prstGeom prst="straightConnector1">
            <a:avLst/>
          </a:prstGeom>
          <a:ln w="9525" cap="flat" cmpd="sng" algn="ctr">
            <a:solidFill>
              <a:srgbClr val="E0E0E0"/>
            </a:solidFill>
            <a:prstDash val="soli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77E92C31-13E6-4963-BFC8-3F37923189F9}"/>
              </a:ext>
            </a:extLst>
          </p:cNvPr>
          <p:cNvSpPr/>
          <p:nvPr/>
        </p:nvSpPr>
        <p:spPr>
          <a:xfrm>
            <a:off x="241300" y="3162300"/>
            <a:ext cx="457200" cy="457200"/>
          </a:xfrm>
          <a:prstGeom prst="ellipse">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lIns="0" tIns="0" rIns="0" bIns="0" rtlCol="0" anchor="ctr" anchorCtr="0">
            <a:noAutofit/>
          </a:bodyPr>
          <a:lstStyle/>
          <a:p>
            <a:pPr algn="ctr"/>
            <a:r>
              <a:rPr lang="en-US" sz="1600" b="1">
                <a:solidFill>
                  <a:srgbClr val="FFFFFF"/>
                </a:solidFill>
                <a:latin typeface="Century Gothic"/>
              </a:rPr>
              <a:t>3</a:t>
            </a:r>
          </a:p>
        </p:txBody>
      </p:sp>
      <p:sp>
        <p:nvSpPr>
          <p:cNvPr id="16" name="TextBox 15">
            <a:extLst>
              <a:ext uri="{FF2B5EF4-FFF2-40B4-BE49-F238E27FC236}">
                <a16:creationId xmlns:a16="http://schemas.microsoft.com/office/drawing/2014/main" id="{813D78F4-C300-4A31-9B6C-F29CF8AB27AE}"/>
              </a:ext>
            </a:extLst>
          </p:cNvPr>
          <p:cNvSpPr txBox="1"/>
          <p:nvPr/>
        </p:nvSpPr>
        <p:spPr>
          <a:xfrm>
            <a:off x="863600" y="3073400"/>
            <a:ext cx="3175000" cy="635000"/>
          </a:xfrm>
          <a:prstGeom prst="rect">
            <a:avLst/>
          </a:prstGeom>
          <a:noFill/>
        </p:spPr>
        <p:txBody>
          <a:bodyPr vertOverflow="overflow" vert="horz" wrap="square" rtlCol="0" anchor="ctr" anchorCtr="0">
            <a:noAutofit/>
          </a:bodyPr>
          <a:lstStyle/>
          <a:p>
            <a:pPr algn="l"/>
            <a:r>
              <a:rPr lang="en-US" sz="1600" b="1">
                <a:solidFill>
                  <a:srgbClr val="6B2E67"/>
                </a:solidFill>
                <a:latin typeface="Century Gothic"/>
              </a:rPr>
              <a:t>Confirm hosting and security</a:t>
            </a:r>
          </a:p>
        </p:txBody>
      </p:sp>
      <p:sp>
        <p:nvSpPr>
          <p:cNvPr id="17" name="TextBox 16">
            <a:extLst>
              <a:ext uri="{FF2B5EF4-FFF2-40B4-BE49-F238E27FC236}">
                <a16:creationId xmlns:a16="http://schemas.microsoft.com/office/drawing/2014/main" id="{14193811-60BC-433E-9197-7B28A6F34633}"/>
              </a:ext>
            </a:extLst>
          </p:cNvPr>
          <p:cNvSpPr txBox="1"/>
          <p:nvPr/>
        </p:nvSpPr>
        <p:spPr>
          <a:xfrm>
            <a:off x="4038600" y="3073400"/>
            <a:ext cx="3683000" cy="635000"/>
          </a:xfrm>
          <a:prstGeom prst="rect">
            <a:avLst/>
          </a:prstGeom>
          <a:noFill/>
        </p:spPr>
        <p:txBody>
          <a:bodyPr vertOverflow="overflow" vert="horz" wrap="square" rtlCol="0" anchor="ctr" anchorCtr="0">
            <a:noAutofit/>
          </a:bodyPr>
          <a:lstStyle/>
          <a:p>
            <a:pPr algn="l"/>
            <a:r>
              <a:rPr lang="en-US">
                <a:solidFill>
                  <a:srgbClr val="323130"/>
                </a:solidFill>
                <a:latin typeface="Century Gothic"/>
              </a:rPr>
              <a:t>Data residency, access control and audit requirements</a:t>
            </a:r>
          </a:p>
        </p:txBody>
      </p:sp>
      <p:sp>
        <p:nvSpPr>
          <p:cNvPr id="18" name="TextBox 17">
            <a:extLst>
              <a:ext uri="{FF2B5EF4-FFF2-40B4-BE49-F238E27FC236}">
                <a16:creationId xmlns:a16="http://schemas.microsoft.com/office/drawing/2014/main" id="{F761FE6C-8AEB-40B9-BA83-03827A174D20}"/>
              </a:ext>
            </a:extLst>
          </p:cNvPr>
          <p:cNvSpPr txBox="1"/>
          <p:nvPr/>
        </p:nvSpPr>
        <p:spPr>
          <a:xfrm>
            <a:off x="7785100" y="3073400"/>
            <a:ext cx="1143000" cy="635000"/>
          </a:xfrm>
          <a:prstGeom prst="rect">
            <a:avLst/>
          </a:prstGeom>
          <a:noFill/>
        </p:spPr>
        <p:txBody>
          <a:bodyPr vertOverflow="overflow" vert="horz" wrap="square" rtlCol="0" anchor="ctr" anchorCtr="0">
            <a:noAutofit/>
          </a:bodyPr>
          <a:lstStyle/>
          <a:p>
            <a:pPr algn="r"/>
            <a:r>
              <a:rPr lang="en-US">
                <a:solidFill>
                  <a:srgbClr val="8A8886"/>
                </a:solidFill>
                <a:latin typeface="Century Gothic"/>
              </a:rPr>
              <a:t>TBC</a:t>
            </a:r>
          </a:p>
        </p:txBody>
      </p:sp>
      <p:cxnSp>
        <p:nvCxnSpPr>
          <p:cNvPr id="19" name="Straight Arrow Connector 18">
            <a:extLst>
              <a:ext uri="{FF2B5EF4-FFF2-40B4-BE49-F238E27FC236}">
                <a16:creationId xmlns:a16="http://schemas.microsoft.com/office/drawing/2014/main" id="{515E5C20-3063-4681-B1E2-E9B4ACCF877E}"/>
              </a:ext>
            </a:extLst>
          </p:cNvPr>
          <p:cNvCxnSpPr/>
          <p:nvPr/>
        </p:nvCxnSpPr>
        <p:spPr>
          <a:xfrm>
            <a:off x="863600" y="3784600"/>
            <a:ext cx="8064500" cy="0"/>
          </a:xfrm>
          <a:prstGeom prst="straightConnector1">
            <a:avLst/>
          </a:prstGeom>
          <a:ln w="9525" cap="flat" cmpd="sng" algn="ctr">
            <a:solidFill>
              <a:srgbClr val="E0E0E0"/>
            </a:solidFill>
            <a:prstDash val="solid"/>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08E7C097-D7B7-41C0-9CC4-C6C18DC81D1C}"/>
              </a:ext>
            </a:extLst>
          </p:cNvPr>
          <p:cNvSpPr/>
          <p:nvPr/>
        </p:nvSpPr>
        <p:spPr>
          <a:xfrm>
            <a:off x="241300" y="3949700"/>
            <a:ext cx="457200" cy="457200"/>
          </a:xfrm>
          <a:prstGeom prst="ellipse">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lIns="0" tIns="0" rIns="0" bIns="0" rtlCol="0" anchor="ctr" anchorCtr="0">
            <a:noAutofit/>
          </a:bodyPr>
          <a:lstStyle/>
          <a:p>
            <a:pPr algn="ctr"/>
            <a:r>
              <a:rPr lang="en-US" sz="1600" b="1">
                <a:solidFill>
                  <a:srgbClr val="FFFFFF"/>
                </a:solidFill>
                <a:latin typeface="Century Gothic"/>
              </a:rPr>
              <a:t>4</a:t>
            </a:r>
          </a:p>
        </p:txBody>
      </p:sp>
      <p:sp>
        <p:nvSpPr>
          <p:cNvPr id="21" name="TextBox 20">
            <a:extLst>
              <a:ext uri="{FF2B5EF4-FFF2-40B4-BE49-F238E27FC236}">
                <a16:creationId xmlns:a16="http://schemas.microsoft.com/office/drawing/2014/main" id="{86592B3D-10C6-4842-A46C-E0A4A6286D2D}"/>
              </a:ext>
            </a:extLst>
          </p:cNvPr>
          <p:cNvSpPr txBox="1"/>
          <p:nvPr/>
        </p:nvSpPr>
        <p:spPr>
          <a:xfrm>
            <a:off x="863600" y="3860800"/>
            <a:ext cx="3175000" cy="635000"/>
          </a:xfrm>
          <a:prstGeom prst="rect">
            <a:avLst/>
          </a:prstGeom>
          <a:noFill/>
        </p:spPr>
        <p:txBody>
          <a:bodyPr vertOverflow="overflow" vert="horz" wrap="square" rtlCol="0" anchor="ctr" anchorCtr="0">
            <a:noAutofit/>
          </a:bodyPr>
          <a:lstStyle/>
          <a:p>
            <a:pPr algn="l"/>
            <a:r>
              <a:rPr lang="en-US" sz="1600" b="1">
                <a:solidFill>
                  <a:srgbClr val="6B2E67"/>
                </a:solidFill>
                <a:latin typeface="Century Gothic"/>
              </a:rPr>
              <a:t>Run a hands-on session</a:t>
            </a:r>
          </a:p>
        </p:txBody>
      </p:sp>
      <p:sp>
        <p:nvSpPr>
          <p:cNvPr id="22" name="TextBox 21">
            <a:extLst>
              <a:ext uri="{FF2B5EF4-FFF2-40B4-BE49-F238E27FC236}">
                <a16:creationId xmlns:a16="http://schemas.microsoft.com/office/drawing/2014/main" id="{CEF16C1F-862B-4E96-92CE-ECC42743A095}"/>
              </a:ext>
            </a:extLst>
          </p:cNvPr>
          <p:cNvSpPr txBox="1"/>
          <p:nvPr/>
        </p:nvSpPr>
        <p:spPr>
          <a:xfrm>
            <a:off x="4038600" y="3860800"/>
            <a:ext cx="3683000" cy="635000"/>
          </a:xfrm>
          <a:prstGeom prst="rect">
            <a:avLst/>
          </a:prstGeom>
          <a:noFill/>
        </p:spPr>
        <p:txBody>
          <a:bodyPr vertOverflow="overflow" vert="horz" wrap="square" rtlCol="0" anchor="ctr" anchorCtr="0">
            <a:noAutofit/>
          </a:bodyPr>
          <a:lstStyle/>
          <a:p>
            <a:pPr algn="l"/>
            <a:r>
              <a:rPr lang="en-US">
                <a:solidFill>
                  <a:srgbClr val="323130"/>
                </a:solidFill>
                <a:latin typeface="Century Gothic"/>
              </a:rPr>
              <a:t>CPIB investigators try the Co-Pilot on the pilot case</a:t>
            </a:r>
          </a:p>
        </p:txBody>
      </p:sp>
      <p:sp>
        <p:nvSpPr>
          <p:cNvPr id="23" name="TextBox 22">
            <a:extLst>
              <a:ext uri="{FF2B5EF4-FFF2-40B4-BE49-F238E27FC236}">
                <a16:creationId xmlns:a16="http://schemas.microsoft.com/office/drawing/2014/main" id="{6E45A715-BA9B-4235-B34A-8C2E3ECBC0CF}"/>
              </a:ext>
            </a:extLst>
          </p:cNvPr>
          <p:cNvSpPr txBox="1"/>
          <p:nvPr/>
        </p:nvSpPr>
        <p:spPr>
          <a:xfrm>
            <a:off x="7785100" y="3860800"/>
            <a:ext cx="1143000" cy="635000"/>
          </a:xfrm>
          <a:prstGeom prst="rect">
            <a:avLst/>
          </a:prstGeom>
          <a:noFill/>
        </p:spPr>
        <p:txBody>
          <a:bodyPr vertOverflow="overflow" vert="horz" wrap="square" rtlCol="0" anchor="ctr" anchorCtr="0">
            <a:noAutofit/>
          </a:bodyPr>
          <a:lstStyle/>
          <a:p>
            <a:pPr algn="r"/>
            <a:r>
              <a:rPr lang="en-US">
                <a:solidFill>
                  <a:srgbClr val="8A8886"/>
                </a:solidFill>
                <a:latin typeface="Century Gothic"/>
              </a:rPr>
              <a:t>TBC</a:t>
            </a:r>
          </a:p>
        </p:txBody>
      </p:sp>
      <p:sp>
        <p:nvSpPr>
          <p:cNvPr id="25" name="Speech Bubble: Rectangle with Corners Rounded 24">
            <a:extLst>
              <a:ext uri="{FF2B5EF4-FFF2-40B4-BE49-F238E27FC236}">
                <a16:creationId xmlns:a16="http://schemas.microsoft.com/office/drawing/2014/main" id="{228195FD-492F-1D12-5952-7564D00F22FD}"/>
              </a:ext>
            </a:extLst>
          </p:cNvPr>
          <p:cNvSpPr/>
          <p:nvPr/>
        </p:nvSpPr>
        <p:spPr>
          <a:xfrm>
            <a:off x="7066207" y="84259"/>
            <a:ext cx="1947129" cy="618513"/>
          </a:xfrm>
          <a:prstGeom prst="wedgeRoundRectCallout">
            <a:avLst/>
          </a:prstGeom>
          <a:solidFill>
            <a:srgbClr val="F9FFC7"/>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rgbClr val="000000"/>
                </a:solidFill>
                <a:latin typeface="Century Gothic"/>
                <a:cs typeface="Arial"/>
              </a:rPr>
              <a:t>This need to be targeted for follow-up demo</a:t>
            </a:r>
          </a:p>
        </p:txBody>
      </p:sp>
    </p:spTree>
    <p:extLst>
      <p:ext uri="{BB962C8B-B14F-4D97-AF65-F5344CB8AC3E}">
        <p14:creationId xmlns:p14="http://schemas.microsoft.com/office/powerpoint/2010/main" val="714993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B892C8-9D1E-A414-D654-C4E881EDCBF4}"/>
              </a:ext>
            </a:extLst>
          </p:cNvPr>
          <p:cNvSpPr>
            <a:spLocks noGrp="1"/>
          </p:cNvSpPr>
          <p:nvPr>
            <p:ph type="sldNum" idx="10"/>
          </p:nvPr>
        </p:nvSpPr>
        <p:spPr/>
        <p:txBody>
          <a:bodyPr/>
          <a:lstStyle/>
          <a:p>
            <a:fld id="{93DB7E74-C4BF-421C-B40C-121327DBB773}" type="slidenum">
              <a:rPr lang="en" smtClean="0"/>
              <a:pPr/>
              <a:t>17</a:t>
            </a:fld>
            <a:endParaRPr lang="en"/>
          </a:p>
        </p:txBody>
      </p:sp>
      <p:sp>
        <p:nvSpPr>
          <p:cNvPr id="3" name="Title 2">
            <a:extLst>
              <a:ext uri="{FF2B5EF4-FFF2-40B4-BE49-F238E27FC236}">
                <a16:creationId xmlns:a16="http://schemas.microsoft.com/office/drawing/2014/main" id="{0FA76183-E2D2-4968-8F49-8892D795D93F}"/>
              </a:ext>
            </a:extLst>
          </p:cNvPr>
          <p:cNvSpPr>
            <a:spLocks noGrp="1"/>
          </p:cNvSpPr>
          <p:nvPr>
            <p:ph type="title"/>
          </p:nvPr>
        </p:nvSpPr>
        <p:spPr>
          <a:xfrm>
            <a:off x="1688" y="-717"/>
            <a:ext cx="8681426" cy="538579"/>
          </a:xfrm>
        </p:spPr>
        <p:txBody>
          <a:bodyPr/>
          <a:lstStyle/>
          <a:p>
            <a:r>
              <a:rPr lang="en-US"/>
              <a:t>The Co-Pilot turns raw evidence into a case graph</a:t>
            </a:r>
          </a:p>
        </p:txBody>
      </p:sp>
      <p:sp>
        <p:nvSpPr>
          <p:cNvPr id="4" name="Rectangle 3">
            <a:extLst>
              <a:ext uri="{FF2B5EF4-FFF2-40B4-BE49-F238E27FC236}">
                <a16:creationId xmlns:a16="http://schemas.microsoft.com/office/drawing/2014/main" id="{28168402-07FF-4B2A-BDD8-488D3883CAA8}"/>
              </a:ext>
            </a:extLst>
          </p:cNvPr>
          <p:cNvSpPr/>
          <p:nvPr/>
        </p:nvSpPr>
        <p:spPr>
          <a:xfrm>
            <a:off x="226646" y="794727"/>
            <a:ext cx="1905000" cy="508000"/>
          </a:xfrm>
          <a:prstGeom prst="rect">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76200" rIns="76200" rtlCol="0" anchor="ctr" anchorCtr="0">
            <a:noAutofit/>
          </a:bodyPr>
          <a:lstStyle/>
          <a:p>
            <a:pPr algn="ctr"/>
            <a:r>
              <a:rPr lang="en-US" sz="1500" b="1">
                <a:solidFill>
                  <a:srgbClr val="FFFFFF"/>
                </a:solidFill>
                <a:latin typeface="Century Gothic"/>
              </a:rPr>
              <a:t>Evidence box</a:t>
            </a:r>
          </a:p>
        </p:txBody>
      </p:sp>
      <p:sp>
        <p:nvSpPr>
          <p:cNvPr id="5" name="Rectangle 4">
            <a:extLst>
              <a:ext uri="{FF2B5EF4-FFF2-40B4-BE49-F238E27FC236}">
                <a16:creationId xmlns:a16="http://schemas.microsoft.com/office/drawing/2014/main" id="{7959E573-B439-4770-943B-3D085E483DA2}"/>
              </a:ext>
            </a:extLst>
          </p:cNvPr>
          <p:cNvSpPr/>
          <p:nvPr/>
        </p:nvSpPr>
        <p:spPr>
          <a:xfrm>
            <a:off x="226646" y="1302727"/>
            <a:ext cx="1905000" cy="1320800"/>
          </a:xfrm>
          <a:prstGeom prst="rect">
            <a:avLst/>
          </a:prstGeom>
          <a:solidFill>
            <a:srgbClr val="F3EEF3"/>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152400" tIns="152400" rIns="152400" rtlCol="0" anchor="t" anchorCtr="0">
            <a:noAutofit/>
          </a:bodyPr>
          <a:lstStyle/>
          <a:p>
            <a:r>
              <a:rPr lang="en-US">
                <a:solidFill>
                  <a:srgbClr val="323130"/>
                </a:solidFill>
                <a:latin typeface="Century Gothic"/>
              </a:rPr>
              <a:t>Upload chats, statements, files and audio per case</a:t>
            </a:r>
          </a:p>
        </p:txBody>
      </p:sp>
      <p:sp>
        <p:nvSpPr>
          <p:cNvPr id="6" name="Arrow: Right 5">
            <a:extLst>
              <a:ext uri="{FF2B5EF4-FFF2-40B4-BE49-F238E27FC236}">
                <a16:creationId xmlns:a16="http://schemas.microsoft.com/office/drawing/2014/main" id="{2533E512-615E-4965-9849-25FEAE959099}"/>
              </a:ext>
            </a:extLst>
          </p:cNvPr>
          <p:cNvSpPr/>
          <p:nvPr/>
        </p:nvSpPr>
        <p:spPr>
          <a:xfrm>
            <a:off x="2207846" y="1582127"/>
            <a:ext cx="203200" cy="254000"/>
          </a:xfrm>
          <a:prstGeom prst="rightArrow">
            <a:avLst/>
          </a:prstGeom>
          <a:solidFill>
            <a:srgbClr val="B9A3B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3591464B-62C3-4E63-92DF-58804D7E81AC}"/>
              </a:ext>
            </a:extLst>
          </p:cNvPr>
          <p:cNvSpPr/>
          <p:nvPr/>
        </p:nvSpPr>
        <p:spPr>
          <a:xfrm>
            <a:off x="2487246" y="794727"/>
            <a:ext cx="1905000" cy="508000"/>
          </a:xfrm>
          <a:prstGeom prst="rect">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76200" rIns="76200" rtlCol="0" anchor="ctr" anchorCtr="0">
            <a:noAutofit/>
          </a:bodyPr>
          <a:lstStyle/>
          <a:p>
            <a:pPr algn="ctr"/>
            <a:r>
              <a:rPr lang="en-US" sz="1500" b="1">
                <a:solidFill>
                  <a:srgbClr val="FFFFFF"/>
                </a:solidFill>
                <a:latin typeface="Century Gothic"/>
              </a:rPr>
              <a:t>Knowledge graph</a:t>
            </a:r>
          </a:p>
        </p:txBody>
      </p:sp>
      <p:sp>
        <p:nvSpPr>
          <p:cNvPr id="8" name="Rectangle 7">
            <a:extLst>
              <a:ext uri="{FF2B5EF4-FFF2-40B4-BE49-F238E27FC236}">
                <a16:creationId xmlns:a16="http://schemas.microsoft.com/office/drawing/2014/main" id="{3C8B167F-9FFA-4F8C-9F7B-976FB8A4E795}"/>
              </a:ext>
            </a:extLst>
          </p:cNvPr>
          <p:cNvSpPr/>
          <p:nvPr/>
        </p:nvSpPr>
        <p:spPr>
          <a:xfrm>
            <a:off x="2487246" y="1302727"/>
            <a:ext cx="1905000" cy="1320800"/>
          </a:xfrm>
          <a:prstGeom prst="rect">
            <a:avLst/>
          </a:prstGeom>
          <a:solidFill>
            <a:srgbClr val="F3EEF3"/>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152400" tIns="152400" rIns="152400" rtlCol="0" anchor="t" anchorCtr="0">
            <a:noAutofit/>
          </a:bodyPr>
          <a:lstStyle/>
          <a:p>
            <a:r>
              <a:rPr lang="en-US">
                <a:solidFill>
                  <a:srgbClr val="323130"/>
                </a:solidFill>
                <a:latin typeface="Century Gothic"/>
              </a:rPr>
              <a:t>Extracts people, companies, events and how they connect</a:t>
            </a:r>
          </a:p>
        </p:txBody>
      </p:sp>
      <p:sp>
        <p:nvSpPr>
          <p:cNvPr id="9" name="Arrow: Right 8">
            <a:extLst>
              <a:ext uri="{FF2B5EF4-FFF2-40B4-BE49-F238E27FC236}">
                <a16:creationId xmlns:a16="http://schemas.microsoft.com/office/drawing/2014/main" id="{61AE828D-E619-4A8B-9BB7-546E654D322D}"/>
              </a:ext>
            </a:extLst>
          </p:cNvPr>
          <p:cNvSpPr/>
          <p:nvPr/>
        </p:nvSpPr>
        <p:spPr>
          <a:xfrm>
            <a:off x="4468446" y="1582127"/>
            <a:ext cx="203200" cy="254000"/>
          </a:xfrm>
          <a:prstGeom prst="rightArrow">
            <a:avLst/>
          </a:prstGeom>
          <a:solidFill>
            <a:srgbClr val="B9A3B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31ACFAA2-A97C-47E1-B813-E87108171918}"/>
              </a:ext>
            </a:extLst>
          </p:cNvPr>
          <p:cNvSpPr/>
          <p:nvPr/>
        </p:nvSpPr>
        <p:spPr>
          <a:xfrm>
            <a:off x="4747846" y="794727"/>
            <a:ext cx="1905000" cy="508000"/>
          </a:xfrm>
          <a:prstGeom prst="rect">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76200" rIns="76200" rtlCol="0" anchor="ctr" anchorCtr="0">
            <a:noAutofit/>
          </a:bodyPr>
          <a:lstStyle/>
          <a:p>
            <a:pPr algn="ctr"/>
            <a:r>
              <a:rPr lang="en-US" sz="1500" b="1">
                <a:solidFill>
                  <a:srgbClr val="FFFFFF"/>
                </a:solidFill>
                <a:latin typeface="Century Gothic"/>
              </a:rPr>
              <a:t>Hybrid search + AI</a:t>
            </a:r>
          </a:p>
        </p:txBody>
      </p:sp>
      <p:sp>
        <p:nvSpPr>
          <p:cNvPr id="11" name="Rectangle 10">
            <a:extLst>
              <a:ext uri="{FF2B5EF4-FFF2-40B4-BE49-F238E27FC236}">
                <a16:creationId xmlns:a16="http://schemas.microsoft.com/office/drawing/2014/main" id="{7C120CBB-39CA-4DF1-90F3-ED140670B126}"/>
              </a:ext>
            </a:extLst>
          </p:cNvPr>
          <p:cNvSpPr/>
          <p:nvPr/>
        </p:nvSpPr>
        <p:spPr>
          <a:xfrm>
            <a:off x="4747846" y="1302727"/>
            <a:ext cx="1905000" cy="1320800"/>
          </a:xfrm>
          <a:prstGeom prst="rect">
            <a:avLst/>
          </a:prstGeom>
          <a:solidFill>
            <a:srgbClr val="F3EEF3"/>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152400" tIns="152400" rIns="152400" rtlCol="0" anchor="t" anchorCtr="0">
            <a:noAutofit/>
          </a:bodyPr>
          <a:lstStyle/>
          <a:p>
            <a:r>
              <a:rPr lang="en-US">
                <a:solidFill>
                  <a:srgbClr val="323130"/>
                </a:solidFill>
                <a:latin typeface="Century Gothic"/>
              </a:rPr>
              <a:t>Graph traversal and keyword search feed the case AI agent</a:t>
            </a:r>
          </a:p>
        </p:txBody>
      </p:sp>
      <p:sp>
        <p:nvSpPr>
          <p:cNvPr id="12" name="Arrow: Right 11">
            <a:extLst>
              <a:ext uri="{FF2B5EF4-FFF2-40B4-BE49-F238E27FC236}">
                <a16:creationId xmlns:a16="http://schemas.microsoft.com/office/drawing/2014/main" id="{921B8479-62A3-44A2-9FBE-2419AC5BE857}"/>
              </a:ext>
            </a:extLst>
          </p:cNvPr>
          <p:cNvSpPr/>
          <p:nvPr/>
        </p:nvSpPr>
        <p:spPr>
          <a:xfrm>
            <a:off x="6729046" y="1582127"/>
            <a:ext cx="203200" cy="254000"/>
          </a:xfrm>
          <a:prstGeom prst="rightArrow">
            <a:avLst/>
          </a:prstGeom>
          <a:solidFill>
            <a:srgbClr val="B9A3B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E6947C06-057C-455C-8FB9-5C8EFA7CA9CC}"/>
              </a:ext>
            </a:extLst>
          </p:cNvPr>
          <p:cNvSpPr/>
          <p:nvPr/>
        </p:nvSpPr>
        <p:spPr>
          <a:xfrm>
            <a:off x="7008446" y="794727"/>
            <a:ext cx="1905000" cy="508000"/>
          </a:xfrm>
          <a:prstGeom prst="rect">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76200" rIns="76200" rtlCol="0" anchor="ctr" anchorCtr="0">
            <a:noAutofit/>
          </a:bodyPr>
          <a:lstStyle/>
          <a:p>
            <a:pPr algn="ctr"/>
            <a:r>
              <a:rPr lang="en-US" sz="1500" b="1">
                <a:solidFill>
                  <a:srgbClr val="FFFFFF"/>
                </a:solidFill>
                <a:latin typeface="Century Gothic"/>
              </a:rPr>
              <a:t>Cited answers</a:t>
            </a:r>
          </a:p>
        </p:txBody>
      </p:sp>
      <p:sp>
        <p:nvSpPr>
          <p:cNvPr id="14" name="Rectangle 13">
            <a:extLst>
              <a:ext uri="{FF2B5EF4-FFF2-40B4-BE49-F238E27FC236}">
                <a16:creationId xmlns:a16="http://schemas.microsoft.com/office/drawing/2014/main" id="{18AF2020-C81C-46C2-861A-4C4E183EB382}"/>
              </a:ext>
            </a:extLst>
          </p:cNvPr>
          <p:cNvSpPr/>
          <p:nvPr/>
        </p:nvSpPr>
        <p:spPr>
          <a:xfrm>
            <a:off x="7008446" y="1302727"/>
            <a:ext cx="1905000" cy="1320800"/>
          </a:xfrm>
          <a:prstGeom prst="rect">
            <a:avLst/>
          </a:prstGeom>
          <a:solidFill>
            <a:srgbClr val="F3EEF3"/>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152400" tIns="152400" rIns="152400" rtlCol="0" anchor="t" anchorCtr="0">
            <a:noAutofit/>
          </a:bodyPr>
          <a:lstStyle/>
          <a:p>
            <a:r>
              <a:rPr lang="en-US">
                <a:solidFill>
                  <a:srgbClr val="323130"/>
                </a:solidFill>
                <a:latin typeface="Century Gothic"/>
              </a:rPr>
              <a:t>Every finding links back to the source evidence</a:t>
            </a:r>
          </a:p>
        </p:txBody>
      </p:sp>
      <p:sp>
        <p:nvSpPr>
          <p:cNvPr id="15" name="TextBox 14">
            <a:extLst>
              <a:ext uri="{FF2B5EF4-FFF2-40B4-BE49-F238E27FC236}">
                <a16:creationId xmlns:a16="http://schemas.microsoft.com/office/drawing/2014/main" id="{49ABB6B4-BA30-4BAF-BCFC-ADED6D69F63B}"/>
              </a:ext>
            </a:extLst>
          </p:cNvPr>
          <p:cNvSpPr txBox="1"/>
          <p:nvPr/>
        </p:nvSpPr>
        <p:spPr>
          <a:xfrm>
            <a:off x="167054" y="3039208"/>
            <a:ext cx="6350000" cy="304800"/>
          </a:xfrm>
          <a:prstGeom prst="rect">
            <a:avLst/>
          </a:prstGeom>
          <a:noFill/>
        </p:spPr>
        <p:txBody>
          <a:bodyPr vertOverflow="overflow" vert="horz" wrap="square" rtlCol="0" anchor="t">
            <a:noAutofit/>
          </a:bodyPr>
          <a:lstStyle/>
          <a:p>
            <a:pPr algn="l"/>
            <a:r>
              <a:rPr lang="en-US" sz="1500" b="1">
                <a:solidFill>
                  <a:srgbClr val="6B2E67"/>
                </a:solidFill>
                <a:latin typeface="Century Gothic"/>
              </a:rPr>
              <a:t>Modules that work on the same case graph</a:t>
            </a:r>
          </a:p>
        </p:txBody>
      </p:sp>
      <p:sp>
        <p:nvSpPr>
          <p:cNvPr id="16" name="Rectangle 15">
            <a:extLst>
              <a:ext uri="{FF2B5EF4-FFF2-40B4-BE49-F238E27FC236}">
                <a16:creationId xmlns:a16="http://schemas.microsoft.com/office/drawing/2014/main" id="{99868384-8A70-4C08-98B1-29C1B3C9BA64}"/>
              </a:ext>
            </a:extLst>
          </p:cNvPr>
          <p:cNvSpPr/>
          <p:nvPr/>
        </p:nvSpPr>
        <p:spPr>
          <a:xfrm>
            <a:off x="255954" y="3394808"/>
            <a:ext cx="2777066" cy="965200"/>
          </a:xfrm>
          <a:prstGeom prst="rect">
            <a:avLst/>
          </a:prstGeom>
          <a:solidFill>
            <a:srgbClr val="FFFFFF"/>
          </a:solidFill>
          <a:ln w="12700" cap="flat" cmpd="sng" algn="ctr">
            <a:solidFill>
              <a:srgbClr val="D9CFD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3DB9182F-9C38-4DDE-81CD-1194F9F35792}"/>
              </a:ext>
            </a:extLst>
          </p:cNvPr>
          <p:cNvSpPr txBox="1"/>
          <p:nvPr/>
        </p:nvSpPr>
        <p:spPr>
          <a:xfrm>
            <a:off x="408354" y="3471008"/>
            <a:ext cx="2472266" cy="279400"/>
          </a:xfrm>
          <a:prstGeom prst="rect">
            <a:avLst/>
          </a:prstGeom>
          <a:noFill/>
        </p:spPr>
        <p:txBody>
          <a:bodyPr vertOverflow="overflow" vert="horz" wrap="square" rtlCol="0" anchor="t">
            <a:noAutofit/>
          </a:bodyPr>
          <a:lstStyle/>
          <a:p>
            <a:pPr algn="l"/>
            <a:r>
              <a:rPr lang="en-US" b="1">
                <a:solidFill>
                  <a:srgbClr val="6B2E67"/>
                </a:solidFill>
                <a:latin typeface="Century Gothic"/>
              </a:rPr>
              <a:t>Statement Analysis</a:t>
            </a:r>
          </a:p>
        </p:txBody>
      </p:sp>
      <p:sp>
        <p:nvSpPr>
          <p:cNvPr id="18" name="TextBox 17">
            <a:extLst>
              <a:ext uri="{FF2B5EF4-FFF2-40B4-BE49-F238E27FC236}">
                <a16:creationId xmlns:a16="http://schemas.microsoft.com/office/drawing/2014/main" id="{DA570913-275B-422E-BFA8-4AA9B44351D4}"/>
              </a:ext>
            </a:extLst>
          </p:cNvPr>
          <p:cNvSpPr txBox="1"/>
          <p:nvPr/>
        </p:nvSpPr>
        <p:spPr>
          <a:xfrm>
            <a:off x="408354" y="3750408"/>
            <a:ext cx="2538208" cy="558800"/>
          </a:xfrm>
          <a:prstGeom prst="rect">
            <a:avLst/>
          </a:prstGeom>
          <a:noFill/>
        </p:spPr>
        <p:txBody>
          <a:bodyPr vertOverflow="overflow" vert="horz" wrap="square" rtlCol="0" anchor="t">
            <a:noAutofit/>
          </a:bodyPr>
          <a:lstStyle/>
          <a:p>
            <a:pPr algn="l"/>
            <a:r>
              <a:rPr lang="en-US">
                <a:solidFill>
                  <a:srgbClr val="323130"/>
                </a:solidFill>
                <a:latin typeface="Century Gothic"/>
              </a:rPr>
              <a:t>Per-person summaries and flagged discrepancies</a:t>
            </a:r>
          </a:p>
        </p:txBody>
      </p:sp>
      <p:sp>
        <p:nvSpPr>
          <p:cNvPr id="19" name="Rectangle 18">
            <a:extLst>
              <a:ext uri="{FF2B5EF4-FFF2-40B4-BE49-F238E27FC236}">
                <a16:creationId xmlns:a16="http://schemas.microsoft.com/office/drawing/2014/main" id="{80DDB0CD-4B67-4508-878D-61284CEA6BBA}"/>
              </a:ext>
            </a:extLst>
          </p:cNvPr>
          <p:cNvSpPr/>
          <p:nvPr/>
        </p:nvSpPr>
        <p:spPr>
          <a:xfrm>
            <a:off x="3210820" y="3394808"/>
            <a:ext cx="2777066" cy="965200"/>
          </a:xfrm>
          <a:prstGeom prst="rect">
            <a:avLst/>
          </a:prstGeom>
          <a:solidFill>
            <a:srgbClr val="FFFFFF"/>
          </a:solidFill>
          <a:ln w="12700" cap="flat" cmpd="sng" algn="ctr">
            <a:solidFill>
              <a:srgbClr val="D9CFD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ED317EDD-E6C2-400D-BD89-3D2AB1323A5B}"/>
              </a:ext>
            </a:extLst>
          </p:cNvPr>
          <p:cNvSpPr txBox="1"/>
          <p:nvPr/>
        </p:nvSpPr>
        <p:spPr>
          <a:xfrm>
            <a:off x="3363220" y="3471008"/>
            <a:ext cx="2472266" cy="279400"/>
          </a:xfrm>
          <a:prstGeom prst="rect">
            <a:avLst/>
          </a:prstGeom>
          <a:noFill/>
        </p:spPr>
        <p:txBody>
          <a:bodyPr vertOverflow="overflow" vert="horz" wrap="square" rtlCol="0" anchor="t">
            <a:noAutofit/>
          </a:bodyPr>
          <a:lstStyle/>
          <a:p>
            <a:pPr algn="l"/>
            <a:r>
              <a:rPr lang="en-US" b="1">
                <a:solidFill>
                  <a:srgbClr val="6B2E67"/>
                </a:solidFill>
                <a:latin typeface="Century Gothic"/>
              </a:rPr>
              <a:t>Fact Audit</a:t>
            </a:r>
          </a:p>
        </p:txBody>
      </p:sp>
      <p:sp>
        <p:nvSpPr>
          <p:cNvPr id="21" name="TextBox 20">
            <a:extLst>
              <a:ext uri="{FF2B5EF4-FFF2-40B4-BE49-F238E27FC236}">
                <a16:creationId xmlns:a16="http://schemas.microsoft.com/office/drawing/2014/main" id="{7E66762A-E38B-497F-89BE-0F94B8FD725B}"/>
              </a:ext>
            </a:extLst>
          </p:cNvPr>
          <p:cNvSpPr txBox="1"/>
          <p:nvPr/>
        </p:nvSpPr>
        <p:spPr>
          <a:xfrm>
            <a:off x="3363220" y="3750408"/>
            <a:ext cx="2472266" cy="558800"/>
          </a:xfrm>
          <a:prstGeom prst="rect">
            <a:avLst/>
          </a:prstGeom>
          <a:noFill/>
        </p:spPr>
        <p:txBody>
          <a:bodyPr vertOverflow="overflow" vert="horz" wrap="square" rtlCol="0" anchor="t">
            <a:noAutofit/>
          </a:bodyPr>
          <a:lstStyle/>
          <a:p>
            <a:pPr algn="l"/>
            <a:r>
              <a:rPr lang="en-US">
                <a:solidFill>
                  <a:srgbClr val="323130"/>
                </a:solidFill>
                <a:latin typeface="Century Gothic"/>
              </a:rPr>
              <a:t>AI suggests merges; investigators decide</a:t>
            </a:r>
          </a:p>
        </p:txBody>
      </p:sp>
      <p:sp>
        <p:nvSpPr>
          <p:cNvPr id="22" name="Rectangle 21">
            <a:extLst>
              <a:ext uri="{FF2B5EF4-FFF2-40B4-BE49-F238E27FC236}">
                <a16:creationId xmlns:a16="http://schemas.microsoft.com/office/drawing/2014/main" id="{32BB9D8E-439D-41A6-BE79-70932ABDFC12}"/>
              </a:ext>
            </a:extLst>
          </p:cNvPr>
          <p:cNvSpPr/>
          <p:nvPr/>
        </p:nvSpPr>
        <p:spPr>
          <a:xfrm>
            <a:off x="6165687" y="3394808"/>
            <a:ext cx="2777066" cy="965200"/>
          </a:xfrm>
          <a:prstGeom prst="rect">
            <a:avLst/>
          </a:prstGeom>
          <a:solidFill>
            <a:srgbClr val="FFFFFF"/>
          </a:solidFill>
          <a:ln w="12700" cap="flat" cmpd="sng" algn="ctr">
            <a:solidFill>
              <a:srgbClr val="D9CFD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57A3CAE2-53FE-49B3-972D-4233B9471B39}"/>
              </a:ext>
            </a:extLst>
          </p:cNvPr>
          <p:cNvSpPr txBox="1"/>
          <p:nvPr/>
        </p:nvSpPr>
        <p:spPr>
          <a:xfrm>
            <a:off x="6318087" y="3471008"/>
            <a:ext cx="2472266" cy="279400"/>
          </a:xfrm>
          <a:prstGeom prst="rect">
            <a:avLst/>
          </a:prstGeom>
          <a:noFill/>
        </p:spPr>
        <p:txBody>
          <a:bodyPr vertOverflow="overflow" vert="horz" wrap="square" rtlCol="0" anchor="t">
            <a:noAutofit/>
          </a:bodyPr>
          <a:lstStyle/>
          <a:p>
            <a:pPr algn="l"/>
            <a:r>
              <a:rPr lang="en-US" b="1">
                <a:solidFill>
                  <a:srgbClr val="6B2E67"/>
                </a:solidFill>
                <a:latin typeface="Century Gothic"/>
              </a:rPr>
              <a:t>Speech-to-text</a:t>
            </a:r>
          </a:p>
        </p:txBody>
      </p:sp>
      <p:sp>
        <p:nvSpPr>
          <p:cNvPr id="24" name="TextBox 23">
            <a:extLst>
              <a:ext uri="{FF2B5EF4-FFF2-40B4-BE49-F238E27FC236}">
                <a16:creationId xmlns:a16="http://schemas.microsoft.com/office/drawing/2014/main" id="{52CB4AA6-D29E-457D-9600-5CCB3843D2DA}"/>
              </a:ext>
            </a:extLst>
          </p:cNvPr>
          <p:cNvSpPr txBox="1"/>
          <p:nvPr/>
        </p:nvSpPr>
        <p:spPr>
          <a:xfrm>
            <a:off x="6318087" y="3750408"/>
            <a:ext cx="2472266" cy="558800"/>
          </a:xfrm>
          <a:prstGeom prst="rect">
            <a:avLst/>
          </a:prstGeom>
          <a:noFill/>
        </p:spPr>
        <p:txBody>
          <a:bodyPr vertOverflow="overflow" vert="horz" wrap="square" rtlCol="0" anchor="t">
            <a:noAutofit/>
          </a:bodyPr>
          <a:lstStyle/>
          <a:p>
            <a:pPr algn="l"/>
            <a:r>
              <a:rPr lang="en-US">
                <a:solidFill>
                  <a:srgbClr val="323130"/>
                </a:solidFill>
                <a:latin typeface="Century Gothic"/>
              </a:rPr>
              <a:t>English, Malay and Chinese, with speaker ID</a:t>
            </a:r>
          </a:p>
        </p:txBody>
      </p:sp>
    </p:spTree>
    <p:extLst>
      <p:ext uri="{BB962C8B-B14F-4D97-AF65-F5344CB8AC3E}">
        <p14:creationId xmlns:p14="http://schemas.microsoft.com/office/powerpoint/2010/main" val="1356860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6D2FD1-26B5-A06D-E054-B10CDADDE99B}"/>
              </a:ext>
            </a:extLst>
          </p:cNvPr>
          <p:cNvSpPr>
            <a:spLocks noGrp="1"/>
          </p:cNvSpPr>
          <p:nvPr>
            <p:ph type="sldNum" idx="10"/>
          </p:nvPr>
        </p:nvSpPr>
        <p:spPr/>
        <p:txBody>
          <a:bodyPr/>
          <a:lstStyle/>
          <a:p>
            <a:fld id="{93DB7E74-C4BF-421C-B40C-121327DBB773}" type="slidenum">
              <a:rPr lang="en" smtClean="0"/>
              <a:pPr/>
              <a:t>18</a:t>
            </a:fld>
            <a:endParaRPr lang="en"/>
          </a:p>
        </p:txBody>
      </p:sp>
      <p:sp>
        <p:nvSpPr>
          <p:cNvPr id="3" name="Title 2">
            <a:extLst>
              <a:ext uri="{FF2B5EF4-FFF2-40B4-BE49-F238E27FC236}">
                <a16:creationId xmlns:a16="http://schemas.microsoft.com/office/drawing/2014/main" id="{D3E060A7-9B14-EC97-27B5-A004BD35D323}"/>
              </a:ext>
            </a:extLst>
          </p:cNvPr>
          <p:cNvSpPr>
            <a:spLocks noGrp="1"/>
          </p:cNvSpPr>
          <p:nvPr>
            <p:ph type="title"/>
          </p:nvPr>
        </p:nvSpPr>
        <p:spPr/>
        <p:txBody>
          <a:bodyPr/>
          <a:lstStyle/>
          <a:p>
            <a:r>
              <a:rPr lang="en-US"/>
              <a:t>Every answer combines graph links with keyword search</a:t>
            </a:r>
          </a:p>
        </p:txBody>
      </p:sp>
      <p:sp>
        <p:nvSpPr>
          <p:cNvPr id="4" name="Rectangle 3">
            <a:extLst>
              <a:ext uri="{FF2B5EF4-FFF2-40B4-BE49-F238E27FC236}">
                <a16:creationId xmlns:a16="http://schemas.microsoft.com/office/drawing/2014/main" id="{CF5D3E63-7C9F-4739-B503-1B48968288F3}"/>
              </a:ext>
            </a:extLst>
          </p:cNvPr>
          <p:cNvSpPr/>
          <p:nvPr/>
        </p:nvSpPr>
        <p:spPr>
          <a:xfrm>
            <a:off x="241300" y="1168400"/>
            <a:ext cx="8686800" cy="508000"/>
          </a:xfrm>
          <a:prstGeom prst="rect">
            <a:avLst/>
          </a:prstGeom>
          <a:solidFill>
            <a:srgbClr val="F3EEF3"/>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152400" tIns="0" rIns="152400" bIns="0" rtlCol="0" anchor="ctr" anchorCtr="0">
            <a:noAutofit/>
          </a:bodyPr>
          <a:lstStyle/>
          <a:p>
            <a:r>
              <a:rPr lang="en-US" sz="1500" b="1">
                <a:solidFill>
                  <a:srgbClr val="6B2E67"/>
                </a:solidFill>
                <a:latin typeface="Century Gothic"/>
              </a:rPr>
              <a:t>Investigator asks:</a:t>
            </a:r>
            <a:r>
              <a:rPr lang="en-US" sz="1500">
                <a:solidFill>
                  <a:srgbClr val="323130"/>
                </a:solidFill>
                <a:latin typeface="Century Gothic"/>
              </a:rPr>
              <a:t>  “How is Person A connected to Company X?”</a:t>
            </a:r>
          </a:p>
        </p:txBody>
      </p:sp>
      <p:sp>
        <p:nvSpPr>
          <p:cNvPr id="5" name="Rectangle 4">
            <a:extLst>
              <a:ext uri="{FF2B5EF4-FFF2-40B4-BE49-F238E27FC236}">
                <a16:creationId xmlns:a16="http://schemas.microsoft.com/office/drawing/2014/main" id="{CC553D74-A3A6-441B-933F-B77E8B934FB5}"/>
              </a:ext>
            </a:extLst>
          </p:cNvPr>
          <p:cNvSpPr/>
          <p:nvPr/>
        </p:nvSpPr>
        <p:spPr>
          <a:xfrm>
            <a:off x="241300" y="1879600"/>
            <a:ext cx="2540000" cy="1422400"/>
          </a:xfrm>
          <a:prstGeom prst="rect">
            <a:avLst/>
          </a:prstGeom>
          <a:solidFill>
            <a:srgbClr val="FFFFFF"/>
          </a:solidFill>
          <a:ln w="12700" cap="flat" cmpd="sng" algn="ctr">
            <a:solidFill>
              <a:srgbClr val="D9CFD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152400" tIns="127000" rIns="152400" bIns="127000" rtlCol="0" anchor="t" anchorCtr="0">
            <a:noAutofit/>
          </a:bodyPr>
          <a:lstStyle/>
          <a:p>
            <a:r>
              <a:rPr lang="en-US" b="1">
                <a:solidFill>
                  <a:srgbClr val="6B2E67"/>
                </a:solidFill>
                <a:latin typeface="Century Gothic"/>
              </a:rPr>
              <a:t>Graph search</a:t>
            </a:r>
            <a:r>
              <a:rPr lang="en-US">
                <a:solidFill>
                  <a:srgbClr val="323130"/>
                </a:solidFill>
                <a:latin typeface="Century Gothic"/>
              </a:rPr>
              <a:t>
Traverses relationships, e.g. 2-hop links between people and companies</a:t>
            </a:r>
          </a:p>
        </p:txBody>
      </p:sp>
      <p:sp>
        <p:nvSpPr>
          <p:cNvPr id="6" name="Rectangle 5">
            <a:extLst>
              <a:ext uri="{FF2B5EF4-FFF2-40B4-BE49-F238E27FC236}">
                <a16:creationId xmlns:a16="http://schemas.microsoft.com/office/drawing/2014/main" id="{152721A4-B435-48B1-B236-57F4AA5A5D07}"/>
              </a:ext>
            </a:extLst>
          </p:cNvPr>
          <p:cNvSpPr/>
          <p:nvPr/>
        </p:nvSpPr>
        <p:spPr>
          <a:xfrm>
            <a:off x="241300" y="3429000"/>
            <a:ext cx="2540000" cy="1143000"/>
          </a:xfrm>
          <a:prstGeom prst="rect">
            <a:avLst/>
          </a:prstGeom>
          <a:solidFill>
            <a:srgbClr val="FFFFFF"/>
          </a:solidFill>
          <a:ln w="12700" cap="flat" cmpd="sng" algn="ctr">
            <a:solidFill>
              <a:srgbClr val="D9CFD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152400" tIns="127000" rIns="152400" bIns="127000" rtlCol="0" anchor="t" anchorCtr="0">
            <a:noAutofit/>
          </a:bodyPr>
          <a:lstStyle/>
          <a:p>
            <a:r>
              <a:rPr lang="en-US" b="1">
                <a:solidFill>
                  <a:srgbClr val="6B2E67"/>
                </a:solidFill>
                <a:latin typeface="Century Gothic"/>
              </a:rPr>
              <a:t>Keyword search</a:t>
            </a:r>
            <a:r>
              <a:rPr lang="en-US">
                <a:solidFill>
                  <a:srgbClr val="323130"/>
                </a:solidFill>
                <a:latin typeface="Century Gothic"/>
              </a:rPr>
              <a:t>
BM25 finds exact names, amounts and phrases in the raw text</a:t>
            </a:r>
          </a:p>
        </p:txBody>
      </p:sp>
      <p:sp>
        <p:nvSpPr>
          <p:cNvPr id="7" name="Rectangle 6">
            <a:extLst>
              <a:ext uri="{FF2B5EF4-FFF2-40B4-BE49-F238E27FC236}">
                <a16:creationId xmlns:a16="http://schemas.microsoft.com/office/drawing/2014/main" id="{B0089DB0-20BA-465C-8559-474E174A7A7E}"/>
              </a:ext>
            </a:extLst>
          </p:cNvPr>
          <p:cNvSpPr/>
          <p:nvPr/>
        </p:nvSpPr>
        <p:spPr>
          <a:xfrm>
            <a:off x="3175000" y="1879600"/>
            <a:ext cx="2159000" cy="2692400"/>
          </a:xfrm>
          <a:prstGeom prst="rect">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152400" tIns="127000" rIns="152400" bIns="127000" rtlCol="0" anchor="ctr" anchorCtr="0">
            <a:noAutofit/>
          </a:bodyPr>
          <a:lstStyle/>
          <a:p>
            <a:r>
              <a:rPr lang="en-US" b="1">
                <a:solidFill>
                  <a:srgbClr val="FFFFFF"/>
                </a:solidFill>
                <a:latin typeface="Century Gothic"/>
              </a:rPr>
              <a:t>Case AI agent</a:t>
            </a:r>
            <a:r>
              <a:rPr lang="en-US">
                <a:solidFill>
                  <a:srgbClr val="FFFFFF"/>
                </a:solidFill>
                <a:latin typeface="Century Gothic"/>
              </a:rPr>
              <a:t>
Combines both result sets, for this case only</a:t>
            </a:r>
          </a:p>
        </p:txBody>
      </p:sp>
      <p:sp>
        <p:nvSpPr>
          <p:cNvPr id="8" name="Rectangle 7">
            <a:extLst>
              <a:ext uri="{FF2B5EF4-FFF2-40B4-BE49-F238E27FC236}">
                <a16:creationId xmlns:a16="http://schemas.microsoft.com/office/drawing/2014/main" id="{BA8CAE64-09EA-45FF-B77E-6D352EB809F3}"/>
              </a:ext>
            </a:extLst>
          </p:cNvPr>
          <p:cNvSpPr/>
          <p:nvPr/>
        </p:nvSpPr>
        <p:spPr>
          <a:xfrm>
            <a:off x="5740400" y="1879600"/>
            <a:ext cx="3187700" cy="2692400"/>
          </a:xfrm>
          <a:prstGeom prst="rect">
            <a:avLst/>
          </a:prstGeom>
          <a:solidFill>
            <a:srgbClr val="F3EEF3"/>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152400" tIns="127000" rIns="152400" bIns="127000" rtlCol="0" anchor="ctr" anchorCtr="0">
            <a:noAutofit/>
          </a:bodyPr>
          <a:lstStyle/>
          <a:p>
            <a:r>
              <a:rPr lang="en-US" b="1">
                <a:solidFill>
                  <a:srgbClr val="6B2E67"/>
                </a:solidFill>
                <a:latin typeface="Century Gothic"/>
              </a:rPr>
              <a:t>Cited answer</a:t>
            </a:r>
            <a:r>
              <a:rPr lang="en-US">
                <a:solidFill>
                  <a:srgbClr val="323130"/>
                </a:solidFill>
                <a:latin typeface="Century Gothic"/>
              </a:rPr>
              <a:t>
Person A is a director of Company Y¹, which paid Company X RM 50,000²
Investigators click ¹ or ² to open the source chat or statement</a:t>
            </a:r>
          </a:p>
        </p:txBody>
      </p:sp>
      <p:sp>
        <p:nvSpPr>
          <p:cNvPr id="9" name="Arrow: Right 8">
            <a:extLst>
              <a:ext uri="{FF2B5EF4-FFF2-40B4-BE49-F238E27FC236}">
                <a16:creationId xmlns:a16="http://schemas.microsoft.com/office/drawing/2014/main" id="{C5ACF110-31BF-4B5F-8EF9-8BFC65081065}"/>
              </a:ext>
            </a:extLst>
          </p:cNvPr>
          <p:cNvSpPr/>
          <p:nvPr/>
        </p:nvSpPr>
        <p:spPr>
          <a:xfrm>
            <a:off x="2857500" y="2489200"/>
            <a:ext cx="254000" cy="203200"/>
          </a:xfrm>
          <a:prstGeom prst="rightArrow">
            <a:avLst/>
          </a:prstGeom>
          <a:solidFill>
            <a:srgbClr val="B9A3B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Arrow: Right 9">
            <a:extLst>
              <a:ext uri="{FF2B5EF4-FFF2-40B4-BE49-F238E27FC236}">
                <a16:creationId xmlns:a16="http://schemas.microsoft.com/office/drawing/2014/main" id="{92BB9008-454E-4132-8638-217BDDEF2F92}"/>
              </a:ext>
            </a:extLst>
          </p:cNvPr>
          <p:cNvSpPr/>
          <p:nvPr/>
        </p:nvSpPr>
        <p:spPr>
          <a:xfrm>
            <a:off x="2857500" y="3898900"/>
            <a:ext cx="254000" cy="203200"/>
          </a:xfrm>
          <a:prstGeom prst="rightArrow">
            <a:avLst/>
          </a:prstGeom>
          <a:solidFill>
            <a:srgbClr val="B9A3B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Arrow: Right 10">
            <a:extLst>
              <a:ext uri="{FF2B5EF4-FFF2-40B4-BE49-F238E27FC236}">
                <a16:creationId xmlns:a16="http://schemas.microsoft.com/office/drawing/2014/main" id="{58AD558D-675F-4E40-BEDB-A19EB7BDCF90}"/>
              </a:ext>
            </a:extLst>
          </p:cNvPr>
          <p:cNvSpPr/>
          <p:nvPr/>
        </p:nvSpPr>
        <p:spPr>
          <a:xfrm>
            <a:off x="5410200" y="3124200"/>
            <a:ext cx="254000" cy="203200"/>
          </a:xfrm>
          <a:prstGeom prst="rightArrow">
            <a:avLst/>
          </a:prstGeom>
          <a:solidFill>
            <a:srgbClr val="B9A3B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397588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39E591-B25C-AF86-2483-54A476B5DD78}"/>
              </a:ext>
            </a:extLst>
          </p:cNvPr>
          <p:cNvSpPr>
            <a:spLocks noGrp="1"/>
          </p:cNvSpPr>
          <p:nvPr>
            <p:ph type="sldNum" idx="10"/>
          </p:nvPr>
        </p:nvSpPr>
        <p:spPr/>
        <p:txBody>
          <a:bodyPr/>
          <a:lstStyle/>
          <a:p>
            <a:fld id="{93DB7E74-C4BF-421C-B40C-121327DBB773}" type="slidenum">
              <a:rPr lang="en" smtClean="0"/>
              <a:pPr/>
              <a:t>19</a:t>
            </a:fld>
            <a:endParaRPr lang="en"/>
          </a:p>
        </p:txBody>
      </p:sp>
      <p:sp>
        <p:nvSpPr>
          <p:cNvPr id="3" name="Title 2">
            <a:extLst>
              <a:ext uri="{FF2B5EF4-FFF2-40B4-BE49-F238E27FC236}">
                <a16:creationId xmlns:a16="http://schemas.microsoft.com/office/drawing/2014/main" id="{435F9D94-4ADF-5E49-A24A-FC136535019C}"/>
              </a:ext>
            </a:extLst>
          </p:cNvPr>
          <p:cNvSpPr>
            <a:spLocks noGrp="1"/>
          </p:cNvSpPr>
          <p:nvPr>
            <p:ph type="title"/>
          </p:nvPr>
        </p:nvSpPr>
        <p:spPr/>
        <p:txBody>
          <a:bodyPr/>
          <a:lstStyle/>
          <a:p>
            <a:r>
              <a:rPr lang="en-US"/>
              <a:t>The demo follows one case from upload to conclusion</a:t>
            </a:r>
          </a:p>
        </p:txBody>
      </p:sp>
      <p:graphicFrame>
        <p:nvGraphicFramePr>
          <p:cNvPr id="5" name="Table 4">
            <a:extLst>
              <a:ext uri="{FF2B5EF4-FFF2-40B4-BE49-F238E27FC236}">
                <a16:creationId xmlns:a16="http://schemas.microsoft.com/office/drawing/2014/main" id="{423BEC5E-833A-4345-ABB3-F5C9E617FC6F}"/>
              </a:ext>
            </a:extLst>
          </p:cNvPr>
          <p:cNvGraphicFramePr>
            <a:graphicFrameLocks noGrp="1"/>
          </p:cNvGraphicFramePr>
          <p:nvPr/>
        </p:nvGraphicFramePr>
        <p:xfrm>
          <a:off x="241300" y="1092200"/>
          <a:ext cx="8686800" cy="3530600"/>
        </p:xfrm>
        <a:graphic>
          <a:graphicData uri="http://schemas.openxmlformats.org/drawingml/2006/table">
            <a:tbl>
              <a:tblPr firstRow="1" bandRow="1">
                <a:tableStyleId>{5C22544A-7EE6-4342-B048-85BDC9FD1C3A}</a:tableStyleId>
              </a:tblPr>
              <a:tblGrid>
                <a:gridCol w="1879600">
                  <a:extLst>
                    <a:ext uri="{9D8B030D-6E8A-4147-A177-3AD203B41FA5}">
                      <a16:colId xmlns:a16="http://schemas.microsoft.com/office/drawing/2014/main" val="1753760579"/>
                    </a:ext>
                  </a:extLst>
                </a:gridCol>
                <a:gridCol w="3810000">
                  <a:extLst>
                    <a:ext uri="{9D8B030D-6E8A-4147-A177-3AD203B41FA5}">
                      <a16:colId xmlns:a16="http://schemas.microsoft.com/office/drawing/2014/main" val="1036952550"/>
                    </a:ext>
                  </a:extLst>
                </a:gridCol>
                <a:gridCol w="2336800">
                  <a:extLst>
                    <a:ext uri="{9D8B030D-6E8A-4147-A177-3AD203B41FA5}">
                      <a16:colId xmlns:a16="http://schemas.microsoft.com/office/drawing/2014/main" val="1608219701"/>
                    </a:ext>
                  </a:extLst>
                </a:gridCol>
                <a:gridCol w="660400">
                  <a:extLst>
                    <a:ext uri="{9D8B030D-6E8A-4147-A177-3AD203B41FA5}">
                      <a16:colId xmlns:a16="http://schemas.microsoft.com/office/drawing/2014/main" val="3495865794"/>
                    </a:ext>
                  </a:extLst>
                </a:gridCol>
              </a:tblGrid>
              <a:tr h="330200">
                <a:tc>
                  <a:txBody>
                    <a:bodyPr/>
                    <a:lstStyle/>
                    <a:p>
                      <a:pPr algn="l"/>
                      <a:r>
                        <a:rPr lang="en-US" sz="1200" b="1">
                          <a:solidFill>
                            <a:srgbClr val="6B2E67"/>
                          </a:solidFill>
                          <a:latin typeface="Century Gothic"/>
                        </a:rPr>
                        <a:t>Step</a:t>
                      </a:r>
                    </a:p>
                  </a:txBody>
                  <a:tcPr anchor="ctr">
                    <a:lnB w="15875">
                      <a:solidFill>
                        <a:srgbClr val="6B2E67"/>
                      </a:solidFill>
                    </a:lnB>
                    <a:solidFill>
                      <a:srgbClr val="FFFFFF"/>
                    </a:solidFill>
                  </a:tcPr>
                </a:tc>
                <a:tc>
                  <a:txBody>
                    <a:bodyPr/>
                    <a:lstStyle/>
                    <a:p>
                      <a:pPr algn="l"/>
                      <a:r>
                        <a:rPr lang="en-US" sz="1200" b="1">
                          <a:solidFill>
                            <a:srgbClr val="6B2E67"/>
                          </a:solidFill>
                          <a:latin typeface="Century Gothic"/>
                        </a:rPr>
                        <a:t>What to show</a:t>
                      </a:r>
                    </a:p>
                  </a:txBody>
                  <a:tcPr anchor="ctr">
                    <a:lnB w="15875">
                      <a:solidFill>
                        <a:srgbClr val="6B2E67"/>
                      </a:solidFill>
                    </a:lnB>
                    <a:solidFill>
                      <a:srgbClr val="FFFFFF"/>
                    </a:solidFill>
                  </a:tcPr>
                </a:tc>
                <a:tc>
                  <a:txBody>
                    <a:bodyPr/>
                    <a:lstStyle/>
                    <a:p>
                      <a:pPr algn="l"/>
                      <a:r>
                        <a:rPr lang="en-US" sz="1200" b="1">
                          <a:solidFill>
                            <a:srgbClr val="6B2E67"/>
                          </a:solidFill>
                          <a:latin typeface="Century Gothic"/>
                        </a:rPr>
                        <a:t>Point to make</a:t>
                      </a:r>
                    </a:p>
                  </a:txBody>
                  <a:tcPr anchor="ctr">
                    <a:lnB w="15875">
                      <a:solidFill>
                        <a:srgbClr val="6B2E67"/>
                      </a:solidFill>
                    </a:lnB>
                    <a:solidFill>
                      <a:srgbClr val="FFFFFF"/>
                    </a:solidFill>
                  </a:tcPr>
                </a:tc>
                <a:tc>
                  <a:txBody>
                    <a:bodyPr/>
                    <a:lstStyle/>
                    <a:p>
                      <a:pPr algn="r"/>
                      <a:r>
                        <a:rPr lang="en-US" sz="1200" b="1">
                          <a:solidFill>
                            <a:srgbClr val="6B2E67"/>
                          </a:solidFill>
                          <a:latin typeface="Century Gothic"/>
                        </a:rPr>
                        <a:t>Time</a:t>
                      </a:r>
                    </a:p>
                  </a:txBody>
                  <a:tcPr anchor="ctr">
                    <a:lnB w="15875">
                      <a:solidFill>
                        <a:srgbClr val="6B2E67"/>
                      </a:solidFill>
                    </a:lnB>
                    <a:solidFill>
                      <a:srgbClr val="FFFFFF"/>
                    </a:solidFill>
                  </a:tcPr>
                </a:tc>
                <a:extLst>
                  <a:ext uri="{0D108BD9-81ED-4DB2-BD59-A6C34878D82A}">
                    <a16:rowId xmlns:a16="http://schemas.microsoft.com/office/drawing/2014/main" val="1699002336"/>
                  </a:ext>
                </a:extLst>
              </a:tr>
              <a:tr h="406400">
                <a:tc>
                  <a:txBody>
                    <a:bodyPr/>
                    <a:lstStyle/>
                    <a:p>
                      <a:pPr algn="l"/>
                      <a:r>
                        <a:rPr lang="en-US" sz="1200" b="1">
                          <a:solidFill>
                            <a:srgbClr val="6B2E67"/>
                          </a:solidFill>
                          <a:latin typeface="Century Gothic"/>
                        </a:rPr>
                        <a:t>1  Open case, upload</a:t>
                      </a:r>
                    </a:p>
                  </a:txBody>
                  <a:tcPr anchor="ctr">
                    <a:lnT w="15875" cap="flat" cmpd="sng" algn="ctr">
                      <a:solidFill>
                        <a:srgbClr val="6B2E67"/>
                      </a:solidFill>
                      <a:prstDash val="solid"/>
                      <a:round/>
                      <a:headEnd type="none" w="med" len="med"/>
                      <a:tailEnd type="none" w="med" len="med"/>
                    </a:lnT>
                    <a:lnB w="9525">
                      <a:solidFill>
                        <a:srgbClr val="E0E0E0"/>
                      </a:solidFill>
                    </a:lnB>
                    <a:solidFill>
                      <a:srgbClr val="FFFFFF"/>
                    </a:solidFill>
                  </a:tcPr>
                </a:tc>
                <a:tc>
                  <a:txBody>
                    <a:bodyPr/>
                    <a:lstStyle/>
                    <a:p>
                      <a:pPr algn="l"/>
                      <a:r>
                        <a:rPr lang="en-US" sz="1200" b="0">
                          <a:solidFill>
                            <a:srgbClr val="323130"/>
                          </a:solidFill>
                          <a:latin typeface="Century Gothic"/>
                        </a:rPr>
                        <a:t>Drop a WhatsApp export, a document and a statement into the evidence box</a:t>
                      </a:r>
                    </a:p>
                  </a:txBody>
                  <a:tcPr anchor="ctr">
                    <a:lnT w="15875" cap="flat" cmpd="sng" algn="ctr">
                      <a:solidFill>
                        <a:srgbClr val="6B2E67"/>
                      </a:solidFill>
                      <a:prstDash val="solid"/>
                      <a:round/>
                      <a:headEnd type="none" w="med" len="med"/>
                      <a:tailEnd type="none" w="med" len="med"/>
                    </a:lnT>
                    <a:lnB w="9525">
                      <a:solidFill>
                        <a:srgbClr val="E0E0E0"/>
                      </a:solidFill>
                    </a:lnB>
                    <a:solidFill>
                      <a:srgbClr val="FFFFFF"/>
                    </a:solidFill>
                  </a:tcPr>
                </a:tc>
                <a:tc>
                  <a:txBody>
                    <a:bodyPr/>
                    <a:lstStyle/>
                    <a:p>
                      <a:pPr algn="l"/>
                      <a:r>
                        <a:rPr lang="en-US" sz="1200" b="0">
                          <a:solidFill>
                            <a:srgbClr val="323130"/>
                          </a:solidFill>
                          <a:latin typeface="Century Gothic"/>
                        </a:rPr>
                        <a:t>Each case is isolated</a:t>
                      </a:r>
                    </a:p>
                  </a:txBody>
                  <a:tcPr anchor="ctr">
                    <a:lnT w="15875" cap="flat" cmpd="sng" algn="ctr">
                      <a:solidFill>
                        <a:srgbClr val="6B2E67"/>
                      </a:solidFill>
                      <a:prstDash val="solid"/>
                      <a:round/>
                      <a:headEnd type="none" w="med" len="med"/>
                      <a:tailEnd type="none" w="med" len="med"/>
                    </a:lnT>
                    <a:lnB w="9525">
                      <a:solidFill>
                        <a:srgbClr val="E0E0E0"/>
                      </a:solidFill>
                    </a:lnB>
                    <a:solidFill>
                      <a:srgbClr val="FFFFFF"/>
                    </a:solidFill>
                  </a:tcPr>
                </a:tc>
                <a:tc>
                  <a:txBody>
                    <a:bodyPr/>
                    <a:lstStyle/>
                    <a:p>
                      <a:pPr algn="r"/>
                      <a:r>
                        <a:rPr lang="en-US" sz="1200" b="0">
                          <a:solidFill>
                            <a:srgbClr val="323130"/>
                          </a:solidFill>
                          <a:latin typeface="Century Gothic"/>
                        </a:rPr>
                        <a:t>2 min</a:t>
                      </a:r>
                    </a:p>
                  </a:txBody>
                  <a:tcPr anchor="ctr">
                    <a:lnT w="15875" cap="flat" cmpd="sng" algn="ctr">
                      <a:solidFill>
                        <a:srgbClr val="6B2E67"/>
                      </a:solidFill>
                      <a:prstDash val="solid"/>
                      <a:round/>
                      <a:headEnd type="none" w="med" len="med"/>
                      <a:tailEnd type="none" w="med" len="med"/>
                    </a:lnT>
                    <a:lnB w="9525">
                      <a:solidFill>
                        <a:srgbClr val="E0E0E0"/>
                      </a:solidFill>
                    </a:lnB>
                    <a:solidFill>
                      <a:srgbClr val="FFFFFF"/>
                    </a:solidFill>
                  </a:tcPr>
                </a:tc>
                <a:extLst>
                  <a:ext uri="{0D108BD9-81ED-4DB2-BD59-A6C34878D82A}">
                    <a16:rowId xmlns:a16="http://schemas.microsoft.com/office/drawing/2014/main" val="461573603"/>
                  </a:ext>
                </a:extLst>
              </a:tr>
              <a:tr h="406400">
                <a:tc>
                  <a:txBody>
                    <a:bodyPr/>
                    <a:lstStyle/>
                    <a:p>
                      <a:pPr algn="l"/>
                      <a:r>
                        <a:rPr lang="en-US" sz="1200" b="1">
                          <a:solidFill>
                            <a:srgbClr val="6B2E67"/>
                          </a:solidFill>
                          <a:latin typeface="Century Gothic"/>
                        </a:rPr>
                        <a:t>2  Explore the graph</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tc>
                  <a:txBody>
                    <a:bodyPr/>
                    <a:lstStyle/>
                    <a:p>
                      <a:pPr algn="l"/>
                      <a:r>
                        <a:rPr lang="en-US" sz="1200" b="0">
                          <a:solidFill>
                            <a:srgbClr val="323130"/>
                          </a:solidFill>
                          <a:latin typeface="Century Gothic"/>
                        </a:rPr>
                        <a:t>Extracted people, companies and accounts; follow one suspect</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tc>
                  <a:txBody>
                    <a:bodyPr/>
                    <a:lstStyle/>
                    <a:p>
                      <a:pPr algn="l"/>
                      <a:r>
                        <a:rPr lang="en-US" sz="1200" b="0">
                          <a:solidFill>
                            <a:srgbClr val="323130"/>
                          </a:solidFill>
                          <a:latin typeface="Century Gothic"/>
                        </a:rPr>
                        <a:t>Structure from raw text</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tc>
                  <a:txBody>
                    <a:bodyPr/>
                    <a:lstStyle/>
                    <a:p>
                      <a:pPr algn="r"/>
                      <a:r>
                        <a:rPr lang="en-US" sz="1200" b="0">
                          <a:solidFill>
                            <a:srgbClr val="323130"/>
                          </a:solidFill>
                          <a:latin typeface="Century Gothic"/>
                        </a:rPr>
                        <a:t>3 min</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extLst>
                  <a:ext uri="{0D108BD9-81ED-4DB2-BD59-A6C34878D82A}">
                    <a16:rowId xmlns:a16="http://schemas.microsoft.com/office/drawing/2014/main" val="3923423643"/>
                  </a:ext>
                </a:extLst>
              </a:tr>
              <a:tr h="406400">
                <a:tc>
                  <a:txBody>
                    <a:bodyPr/>
                    <a:lstStyle/>
                    <a:p>
                      <a:pPr algn="l"/>
                      <a:r>
                        <a:rPr lang="en-US" sz="1200" b="1">
                          <a:solidFill>
                            <a:srgbClr val="6B2E67"/>
                          </a:solidFill>
                          <a:latin typeface="Century Gothic"/>
                        </a:rPr>
                        <a:t>3  Ask and verify</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3EEF3"/>
                    </a:solidFill>
                  </a:tcPr>
                </a:tc>
                <a:tc>
                  <a:txBody>
                    <a:bodyPr/>
                    <a:lstStyle/>
                    <a:p>
                      <a:pPr algn="l"/>
                      <a:r>
                        <a:rPr lang="en-US" sz="1200" b="0">
                          <a:solidFill>
                            <a:srgbClr val="323130"/>
                          </a:solidFill>
                          <a:latin typeface="Century Gothic"/>
                        </a:rPr>
                        <a:t>Ask how Person A links to Company X, then click a citation</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3EEF3"/>
                    </a:solidFill>
                  </a:tcPr>
                </a:tc>
                <a:tc>
                  <a:txBody>
                    <a:bodyPr/>
                    <a:lstStyle/>
                    <a:p>
                      <a:pPr algn="l"/>
                      <a:r>
                        <a:rPr lang="en-US" sz="1200" b="0">
                          <a:solidFill>
                            <a:srgbClr val="323130"/>
                          </a:solidFill>
                          <a:latin typeface="Century Gothic"/>
                        </a:rPr>
                        <a:t>Every answer is traceable</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3EEF3"/>
                    </a:solidFill>
                  </a:tcPr>
                </a:tc>
                <a:tc>
                  <a:txBody>
                    <a:bodyPr/>
                    <a:lstStyle/>
                    <a:p>
                      <a:pPr algn="r"/>
                      <a:r>
                        <a:rPr lang="en-US" sz="1200" b="0">
                          <a:solidFill>
                            <a:srgbClr val="323130"/>
                          </a:solidFill>
                          <a:latin typeface="Century Gothic"/>
                        </a:rPr>
                        <a:t>4 min</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3EEF3"/>
                    </a:solidFill>
                  </a:tcPr>
                </a:tc>
                <a:extLst>
                  <a:ext uri="{0D108BD9-81ED-4DB2-BD59-A6C34878D82A}">
                    <a16:rowId xmlns:a16="http://schemas.microsoft.com/office/drawing/2014/main" val="3926054109"/>
                  </a:ext>
                </a:extLst>
              </a:tr>
              <a:tr h="406400">
                <a:tc>
                  <a:txBody>
                    <a:bodyPr/>
                    <a:lstStyle/>
                    <a:p>
                      <a:pPr algn="l"/>
                      <a:r>
                        <a:rPr lang="en-US" sz="1200" b="1">
                          <a:solidFill>
                            <a:srgbClr val="6B2E67"/>
                          </a:solidFill>
                          <a:latin typeface="Century Gothic"/>
                        </a:rPr>
                        <a:t>4  Add evidence</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tc>
                  <a:txBody>
                    <a:bodyPr/>
                    <a:lstStyle/>
                    <a:p>
                      <a:pPr algn="l"/>
                      <a:r>
                        <a:rPr lang="en-US" sz="1200" b="0">
                          <a:solidFill>
                            <a:srgbClr val="323130"/>
                          </a:solidFill>
                          <a:latin typeface="Century Gothic"/>
                        </a:rPr>
                        <a:t>Upload one more item and watch new nodes join the graph</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tc>
                  <a:txBody>
                    <a:bodyPr/>
                    <a:lstStyle/>
                    <a:p>
                      <a:pPr algn="l"/>
                      <a:r>
                        <a:rPr lang="en-US" sz="1200" b="0">
                          <a:solidFill>
                            <a:srgbClr val="323130"/>
                          </a:solidFill>
                          <a:latin typeface="Century Gothic"/>
                        </a:rPr>
                        <a:t>The graph grows, no rebuild</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tc>
                  <a:txBody>
                    <a:bodyPr/>
                    <a:lstStyle/>
                    <a:p>
                      <a:pPr algn="r"/>
                      <a:r>
                        <a:rPr lang="en-US" sz="1200" b="0">
                          <a:solidFill>
                            <a:srgbClr val="323130"/>
                          </a:solidFill>
                          <a:latin typeface="Century Gothic"/>
                        </a:rPr>
                        <a:t>2 min</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extLst>
                  <a:ext uri="{0D108BD9-81ED-4DB2-BD59-A6C34878D82A}">
                    <a16:rowId xmlns:a16="http://schemas.microsoft.com/office/drawing/2014/main" val="3001477738"/>
                  </a:ext>
                </a:extLst>
              </a:tr>
              <a:tr h="406400">
                <a:tc>
                  <a:txBody>
                    <a:bodyPr/>
                    <a:lstStyle/>
                    <a:p>
                      <a:pPr algn="l"/>
                      <a:r>
                        <a:rPr lang="en-US" sz="1200" b="1">
                          <a:solidFill>
                            <a:srgbClr val="6B2E67"/>
                          </a:solidFill>
                          <a:latin typeface="Century Gothic"/>
                        </a:rPr>
                        <a:t>5  Fact Audit</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tc>
                  <a:txBody>
                    <a:bodyPr/>
                    <a:lstStyle/>
                    <a:p>
                      <a:pPr algn="l"/>
                      <a:r>
                        <a:rPr lang="en-US" sz="1200" b="0">
                          <a:solidFill>
                            <a:srgbClr val="323130"/>
                          </a:solidFill>
                          <a:latin typeface="Century Gothic"/>
                        </a:rPr>
                        <a:t>Approve one suggested merge and reject a false one</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tc>
                  <a:txBody>
                    <a:bodyPr/>
                    <a:lstStyle/>
                    <a:p>
                      <a:pPr algn="l"/>
                      <a:r>
                        <a:rPr lang="en-US" sz="1200" b="0">
                          <a:solidFill>
                            <a:srgbClr val="323130"/>
                          </a:solidFill>
                          <a:latin typeface="Century Gothic"/>
                        </a:rPr>
                        <a:t>The investigator decides</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tc>
                  <a:txBody>
                    <a:bodyPr/>
                    <a:lstStyle/>
                    <a:p>
                      <a:pPr algn="r"/>
                      <a:r>
                        <a:rPr lang="en-US" sz="1200" b="0">
                          <a:solidFill>
                            <a:srgbClr val="323130"/>
                          </a:solidFill>
                          <a:latin typeface="Century Gothic"/>
                        </a:rPr>
                        <a:t>2 min</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extLst>
                  <a:ext uri="{0D108BD9-81ED-4DB2-BD59-A6C34878D82A}">
                    <a16:rowId xmlns:a16="http://schemas.microsoft.com/office/drawing/2014/main" val="3102429832"/>
                  </a:ext>
                </a:extLst>
              </a:tr>
              <a:tr h="406400">
                <a:tc>
                  <a:txBody>
                    <a:bodyPr/>
                    <a:lstStyle/>
                    <a:p>
                      <a:pPr algn="l"/>
                      <a:r>
                        <a:rPr lang="en-US" sz="1200" b="1">
                          <a:solidFill>
                            <a:srgbClr val="6B2E67"/>
                          </a:solidFill>
                          <a:latin typeface="Century Gothic"/>
                        </a:rPr>
                        <a:t>6  Statement Analysis</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tc>
                  <a:txBody>
                    <a:bodyPr/>
                    <a:lstStyle/>
                    <a:p>
                      <a:pPr algn="l"/>
                      <a:r>
                        <a:rPr lang="en-US" sz="1200" b="0">
                          <a:solidFill>
                            <a:srgbClr val="323130"/>
                          </a:solidFill>
                          <a:latin typeface="Century Gothic"/>
                        </a:rPr>
                        <a:t>Compare witness and accused accounts; show the conflicting RM figure</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tc>
                  <a:txBody>
                    <a:bodyPr/>
                    <a:lstStyle/>
                    <a:p>
                      <a:pPr algn="l"/>
                      <a:r>
                        <a:rPr lang="en-US" sz="1200" b="0">
                          <a:solidFill>
                            <a:srgbClr val="323130"/>
                          </a:solidFill>
                          <a:latin typeface="Century Gothic"/>
                        </a:rPr>
                        <a:t>Contradictions surface fast</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tc>
                  <a:txBody>
                    <a:bodyPr/>
                    <a:lstStyle/>
                    <a:p>
                      <a:pPr algn="r"/>
                      <a:r>
                        <a:rPr lang="en-US" sz="1200" b="0">
                          <a:solidFill>
                            <a:srgbClr val="323130"/>
                          </a:solidFill>
                          <a:latin typeface="Century Gothic"/>
                        </a:rPr>
                        <a:t>4 min</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extLst>
                  <a:ext uri="{0D108BD9-81ED-4DB2-BD59-A6C34878D82A}">
                    <a16:rowId xmlns:a16="http://schemas.microsoft.com/office/drawing/2014/main" val="1730458402"/>
                  </a:ext>
                </a:extLst>
              </a:tr>
              <a:tr h="406400">
                <a:tc>
                  <a:txBody>
                    <a:bodyPr/>
                    <a:lstStyle/>
                    <a:p>
                      <a:pPr algn="l"/>
                      <a:r>
                        <a:rPr lang="en-US" sz="1200" b="1">
                          <a:solidFill>
                            <a:srgbClr val="6B2E67"/>
                          </a:solidFill>
                          <a:latin typeface="Century Gothic"/>
                        </a:rPr>
                        <a:t>7  Multilingual audio</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tc>
                  <a:txBody>
                    <a:bodyPr/>
                    <a:lstStyle/>
                    <a:p>
                      <a:pPr algn="l"/>
                      <a:r>
                        <a:rPr lang="en-US" sz="1200" b="0">
                          <a:solidFill>
                            <a:srgbClr val="323130"/>
                          </a:solidFill>
                          <a:latin typeface="Century Gothic"/>
                        </a:rPr>
                        <a:t>Play a mixed Malay, English and Chinese clip with speakers identified</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tc>
                  <a:txBody>
                    <a:bodyPr/>
                    <a:lstStyle/>
                    <a:p>
                      <a:pPr algn="l"/>
                      <a:r>
                        <a:rPr lang="en-US" sz="1200" b="0">
                          <a:solidFill>
                            <a:srgbClr val="323130"/>
                          </a:solidFill>
                          <a:latin typeface="Century Gothic"/>
                        </a:rPr>
                        <a:t>Audio joins the same case</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tc>
                  <a:txBody>
                    <a:bodyPr/>
                    <a:lstStyle/>
                    <a:p>
                      <a:pPr algn="r"/>
                      <a:r>
                        <a:rPr lang="en-US" sz="1200" b="0">
                          <a:solidFill>
                            <a:srgbClr val="323130"/>
                          </a:solidFill>
                          <a:latin typeface="Century Gothic"/>
                        </a:rPr>
                        <a:t>3 min</a:t>
                      </a:r>
                    </a:p>
                  </a:txBody>
                  <a:tcPr anchor="ctr">
                    <a:lnT w="9525" cap="flat" cmpd="sng" algn="ctr">
                      <a:solidFill>
                        <a:srgbClr val="E0E0E0"/>
                      </a:solidFill>
                      <a:prstDash val="solid"/>
                      <a:round/>
                      <a:headEnd type="none" w="med" len="med"/>
                      <a:tailEnd type="none" w="med" len="med"/>
                    </a:lnT>
                    <a:lnB w="9525">
                      <a:solidFill>
                        <a:srgbClr val="E0E0E0"/>
                      </a:solidFill>
                    </a:lnB>
                    <a:solidFill>
                      <a:srgbClr val="FFFFFF"/>
                    </a:solidFill>
                  </a:tcPr>
                </a:tc>
                <a:extLst>
                  <a:ext uri="{0D108BD9-81ED-4DB2-BD59-A6C34878D82A}">
                    <a16:rowId xmlns:a16="http://schemas.microsoft.com/office/drawing/2014/main" val="1351677118"/>
                  </a:ext>
                </a:extLst>
              </a:tr>
            </a:tbl>
          </a:graphicData>
        </a:graphic>
      </p:graphicFrame>
    </p:spTree>
    <p:extLst>
      <p:ext uri="{BB962C8B-B14F-4D97-AF65-F5344CB8AC3E}">
        <p14:creationId xmlns:p14="http://schemas.microsoft.com/office/powerpoint/2010/main" val="2613862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E27BBD-2FBF-CB45-D51C-8D70481609F8}"/>
              </a:ext>
            </a:extLst>
          </p:cNvPr>
          <p:cNvSpPr>
            <a:spLocks noGrp="1"/>
          </p:cNvSpPr>
          <p:nvPr>
            <p:ph type="sldNum" idx="10"/>
          </p:nvPr>
        </p:nvSpPr>
        <p:spPr/>
        <p:txBody>
          <a:bodyPr/>
          <a:lstStyle/>
          <a:p>
            <a:fld id="{93DB7E74-C4BF-421C-B40C-121327DBB773}" type="slidenum">
              <a:rPr lang="en" smtClean="0"/>
              <a:pPr/>
              <a:t>20</a:t>
            </a:fld>
            <a:endParaRPr lang="en"/>
          </a:p>
        </p:txBody>
      </p:sp>
      <p:sp>
        <p:nvSpPr>
          <p:cNvPr id="3" name="Title 2">
            <a:extLst>
              <a:ext uri="{FF2B5EF4-FFF2-40B4-BE49-F238E27FC236}">
                <a16:creationId xmlns:a16="http://schemas.microsoft.com/office/drawing/2014/main" id="{042062A8-3122-8E30-5E86-19218D1FC6D7}"/>
              </a:ext>
            </a:extLst>
          </p:cNvPr>
          <p:cNvSpPr>
            <a:spLocks noGrp="1"/>
          </p:cNvSpPr>
          <p:nvPr>
            <p:ph type="title"/>
          </p:nvPr>
        </p:nvSpPr>
        <p:spPr/>
        <p:txBody>
          <a:bodyPr/>
          <a:lstStyle/>
          <a:p>
            <a:r>
              <a:rPr lang="en-US"/>
              <a:t>Timeline, dashboards and cross-case links come next</a:t>
            </a:r>
          </a:p>
        </p:txBody>
      </p:sp>
      <p:sp>
        <p:nvSpPr>
          <p:cNvPr id="4" name="Rectangle 3">
            <a:extLst>
              <a:ext uri="{FF2B5EF4-FFF2-40B4-BE49-F238E27FC236}">
                <a16:creationId xmlns:a16="http://schemas.microsoft.com/office/drawing/2014/main" id="{527E1662-2386-48CF-98B0-8AE9FAC16A4F}"/>
              </a:ext>
            </a:extLst>
          </p:cNvPr>
          <p:cNvSpPr/>
          <p:nvPr/>
        </p:nvSpPr>
        <p:spPr>
          <a:xfrm>
            <a:off x="241300" y="1193800"/>
            <a:ext cx="4241800" cy="482600"/>
          </a:xfrm>
          <a:prstGeom prst="rect">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177800" rtlCol="0" anchor="ctr" anchorCtr="0">
            <a:noAutofit/>
          </a:bodyPr>
          <a:lstStyle/>
          <a:p>
            <a:pPr algn="l"/>
            <a:r>
              <a:rPr lang="en-US" sz="1600" b="1">
                <a:solidFill>
                  <a:srgbClr val="FFFFFF"/>
                </a:solidFill>
                <a:latin typeface="Century Gothic"/>
              </a:rPr>
              <a:t>Shown in the demo</a:t>
            </a:r>
          </a:p>
        </p:txBody>
      </p:sp>
      <p:sp>
        <p:nvSpPr>
          <p:cNvPr id="5" name="Oval 4">
            <a:extLst>
              <a:ext uri="{FF2B5EF4-FFF2-40B4-BE49-F238E27FC236}">
                <a16:creationId xmlns:a16="http://schemas.microsoft.com/office/drawing/2014/main" id="{583C1EF9-DD66-469F-B336-E2FC9D5CC3A0}"/>
              </a:ext>
            </a:extLst>
          </p:cNvPr>
          <p:cNvSpPr/>
          <p:nvPr/>
        </p:nvSpPr>
        <p:spPr>
          <a:xfrm>
            <a:off x="419100" y="1917700"/>
            <a:ext cx="101600" cy="101600"/>
          </a:xfrm>
          <a:prstGeom prst="ellipse">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D07E1BDB-D2F2-47FA-AF04-04C31D8AA845}"/>
              </a:ext>
            </a:extLst>
          </p:cNvPr>
          <p:cNvSpPr txBox="1"/>
          <p:nvPr/>
        </p:nvSpPr>
        <p:spPr>
          <a:xfrm>
            <a:off x="571500" y="1803400"/>
            <a:ext cx="3810000" cy="508000"/>
          </a:xfrm>
          <a:prstGeom prst="rect">
            <a:avLst/>
          </a:prstGeom>
          <a:noFill/>
        </p:spPr>
        <p:txBody>
          <a:bodyPr vertOverflow="overflow" vert="horz" wrap="square" rtlCol="0" anchor="t" anchorCtr="0">
            <a:noAutofit/>
          </a:bodyPr>
          <a:lstStyle/>
          <a:p>
            <a:pPr algn="l"/>
            <a:r>
              <a:rPr lang="en-US">
                <a:solidFill>
                  <a:srgbClr val="323130"/>
                </a:solidFill>
                <a:latin typeface="Century Gothic"/>
              </a:rPr>
              <a:t>Knowledge graph built per case</a:t>
            </a:r>
          </a:p>
        </p:txBody>
      </p:sp>
      <p:sp>
        <p:nvSpPr>
          <p:cNvPr id="7" name="Oval 6">
            <a:extLst>
              <a:ext uri="{FF2B5EF4-FFF2-40B4-BE49-F238E27FC236}">
                <a16:creationId xmlns:a16="http://schemas.microsoft.com/office/drawing/2014/main" id="{3DFD6D1A-ED0A-4A4F-8F2B-A003C776E3E0}"/>
              </a:ext>
            </a:extLst>
          </p:cNvPr>
          <p:cNvSpPr/>
          <p:nvPr/>
        </p:nvSpPr>
        <p:spPr>
          <a:xfrm>
            <a:off x="419100" y="2451100"/>
            <a:ext cx="101600" cy="101600"/>
          </a:xfrm>
          <a:prstGeom prst="ellipse">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DD3F3284-8609-49B9-A1A4-E0275DDF785B}"/>
              </a:ext>
            </a:extLst>
          </p:cNvPr>
          <p:cNvSpPr txBox="1"/>
          <p:nvPr/>
        </p:nvSpPr>
        <p:spPr>
          <a:xfrm>
            <a:off x="571500" y="2336800"/>
            <a:ext cx="3810000" cy="508000"/>
          </a:xfrm>
          <a:prstGeom prst="rect">
            <a:avLst/>
          </a:prstGeom>
          <a:noFill/>
        </p:spPr>
        <p:txBody>
          <a:bodyPr vertOverflow="overflow" vert="horz" wrap="square" rtlCol="0" anchor="t" anchorCtr="0">
            <a:noAutofit/>
          </a:bodyPr>
          <a:lstStyle/>
          <a:p>
            <a:pPr algn="l"/>
            <a:r>
              <a:rPr lang="en-US">
                <a:solidFill>
                  <a:srgbClr val="323130"/>
                </a:solidFill>
                <a:latin typeface="Century Gothic"/>
              </a:rPr>
              <a:t>Graph + keyword search with citations</a:t>
            </a:r>
          </a:p>
        </p:txBody>
      </p:sp>
      <p:sp>
        <p:nvSpPr>
          <p:cNvPr id="9" name="Oval 8">
            <a:extLst>
              <a:ext uri="{FF2B5EF4-FFF2-40B4-BE49-F238E27FC236}">
                <a16:creationId xmlns:a16="http://schemas.microsoft.com/office/drawing/2014/main" id="{83FC866F-5102-4DEE-A943-D3235781273E}"/>
              </a:ext>
            </a:extLst>
          </p:cNvPr>
          <p:cNvSpPr/>
          <p:nvPr/>
        </p:nvSpPr>
        <p:spPr>
          <a:xfrm>
            <a:off x="419100" y="2984500"/>
            <a:ext cx="101600" cy="101600"/>
          </a:xfrm>
          <a:prstGeom prst="ellipse">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65B79892-15A9-4085-981C-573B07374BA2}"/>
              </a:ext>
            </a:extLst>
          </p:cNvPr>
          <p:cNvSpPr txBox="1"/>
          <p:nvPr/>
        </p:nvSpPr>
        <p:spPr>
          <a:xfrm>
            <a:off x="571500" y="2870200"/>
            <a:ext cx="3810000" cy="508000"/>
          </a:xfrm>
          <a:prstGeom prst="rect">
            <a:avLst/>
          </a:prstGeom>
          <a:noFill/>
        </p:spPr>
        <p:txBody>
          <a:bodyPr vertOverflow="overflow" vert="horz" wrap="square" rtlCol="0" anchor="t" anchorCtr="0">
            <a:noAutofit/>
          </a:bodyPr>
          <a:lstStyle/>
          <a:p>
            <a:pPr algn="l"/>
            <a:r>
              <a:rPr lang="en-US">
                <a:solidFill>
                  <a:srgbClr val="323130"/>
                </a:solidFill>
                <a:latin typeface="Century Gothic"/>
              </a:rPr>
              <a:t>Statement Analysis and discrepancy flags</a:t>
            </a:r>
          </a:p>
        </p:txBody>
      </p:sp>
      <p:sp>
        <p:nvSpPr>
          <p:cNvPr id="11" name="Oval 10">
            <a:extLst>
              <a:ext uri="{FF2B5EF4-FFF2-40B4-BE49-F238E27FC236}">
                <a16:creationId xmlns:a16="http://schemas.microsoft.com/office/drawing/2014/main" id="{F33E1867-5AD4-4F07-BDA6-C9702C1F7CBE}"/>
              </a:ext>
            </a:extLst>
          </p:cNvPr>
          <p:cNvSpPr/>
          <p:nvPr/>
        </p:nvSpPr>
        <p:spPr>
          <a:xfrm>
            <a:off x="419100" y="3517900"/>
            <a:ext cx="101600" cy="101600"/>
          </a:xfrm>
          <a:prstGeom prst="ellipse">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BF1CF677-3DF4-4114-AB66-9345BF04FA5A}"/>
              </a:ext>
            </a:extLst>
          </p:cNvPr>
          <p:cNvSpPr txBox="1"/>
          <p:nvPr/>
        </p:nvSpPr>
        <p:spPr>
          <a:xfrm>
            <a:off x="571500" y="3403600"/>
            <a:ext cx="3810000" cy="508000"/>
          </a:xfrm>
          <a:prstGeom prst="rect">
            <a:avLst/>
          </a:prstGeom>
          <a:noFill/>
        </p:spPr>
        <p:txBody>
          <a:bodyPr vertOverflow="overflow" vert="horz" wrap="square" rtlCol="0" anchor="t" anchorCtr="0">
            <a:noAutofit/>
          </a:bodyPr>
          <a:lstStyle/>
          <a:p>
            <a:pPr algn="l"/>
            <a:r>
              <a:rPr lang="en-US">
                <a:solidFill>
                  <a:srgbClr val="323130"/>
                </a:solidFill>
                <a:latin typeface="Century Gothic"/>
              </a:rPr>
              <a:t>Fact Audit with investigator approval</a:t>
            </a:r>
          </a:p>
        </p:txBody>
      </p:sp>
      <p:sp>
        <p:nvSpPr>
          <p:cNvPr id="13" name="Oval 12">
            <a:extLst>
              <a:ext uri="{FF2B5EF4-FFF2-40B4-BE49-F238E27FC236}">
                <a16:creationId xmlns:a16="http://schemas.microsoft.com/office/drawing/2014/main" id="{A6A1FB97-49D9-493D-A9E0-666B75C7B96F}"/>
              </a:ext>
            </a:extLst>
          </p:cNvPr>
          <p:cNvSpPr/>
          <p:nvPr/>
        </p:nvSpPr>
        <p:spPr>
          <a:xfrm>
            <a:off x="419100" y="4051300"/>
            <a:ext cx="101600" cy="101600"/>
          </a:xfrm>
          <a:prstGeom prst="ellipse">
            <a:avLst/>
          </a:prstGeom>
          <a:solidFill>
            <a:srgbClr val="6B2E6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DAED0FB7-B49F-4CC8-8206-D18B97DCB01A}"/>
              </a:ext>
            </a:extLst>
          </p:cNvPr>
          <p:cNvSpPr txBox="1"/>
          <p:nvPr/>
        </p:nvSpPr>
        <p:spPr>
          <a:xfrm>
            <a:off x="571500" y="3937000"/>
            <a:ext cx="3810000" cy="508000"/>
          </a:xfrm>
          <a:prstGeom prst="rect">
            <a:avLst/>
          </a:prstGeom>
          <a:noFill/>
        </p:spPr>
        <p:txBody>
          <a:bodyPr vertOverflow="overflow" vert="horz" wrap="square" rtlCol="0" anchor="t" anchorCtr="0">
            <a:noAutofit/>
          </a:bodyPr>
          <a:lstStyle/>
          <a:p>
            <a:pPr algn="l"/>
            <a:r>
              <a:rPr lang="en-US">
                <a:solidFill>
                  <a:srgbClr val="323130"/>
                </a:solidFill>
                <a:latin typeface="Century Gothic"/>
              </a:rPr>
              <a:t>Multilingual speech-to-text, speaker ID</a:t>
            </a:r>
          </a:p>
        </p:txBody>
      </p:sp>
      <p:sp>
        <p:nvSpPr>
          <p:cNvPr id="15" name="Rectangle 14">
            <a:extLst>
              <a:ext uri="{FF2B5EF4-FFF2-40B4-BE49-F238E27FC236}">
                <a16:creationId xmlns:a16="http://schemas.microsoft.com/office/drawing/2014/main" id="{CF31572A-96FC-4843-8742-38BC6C869796}"/>
              </a:ext>
            </a:extLst>
          </p:cNvPr>
          <p:cNvSpPr/>
          <p:nvPr/>
        </p:nvSpPr>
        <p:spPr>
          <a:xfrm>
            <a:off x="4686300" y="1193800"/>
            <a:ext cx="4241800" cy="482600"/>
          </a:xfrm>
          <a:prstGeom prst="rect">
            <a:avLst/>
          </a:prstGeom>
          <a:solidFill>
            <a:srgbClr val="E6DDE5"/>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177800" rtlCol="0" anchor="ctr" anchorCtr="0">
            <a:noAutofit/>
          </a:bodyPr>
          <a:lstStyle/>
          <a:p>
            <a:pPr algn="l"/>
            <a:r>
              <a:rPr lang="en-US" sz="1600" b="1">
                <a:solidFill>
                  <a:srgbClr val="6B2E67"/>
                </a:solidFill>
                <a:latin typeface="Century Gothic"/>
              </a:rPr>
              <a:t>Planned next</a:t>
            </a:r>
          </a:p>
        </p:txBody>
      </p:sp>
      <p:sp>
        <p:nvSpPr>
          <p:cNvPr id="16" name="Oval 15">
            <a:extLst>
              <a:ext uri="{FF2B5EF4-FFF2-40B4-BE49-F238E27FC236}">
                <a16:creationId xmlns:a16="http://schemas.microsoft.com/office/drawing/2014/main" id="{B16A223B-F807-4E67-93FB-818C662088B9}"/>
              </a:ext>
            </a:extLst>
          </p:cNvPr>
          <p:cNvSpPr/>
          <p:nvPr/>
        </p:nvSpPr>
        <p:spPr>
          <a:xfrm>
            <a:off x="4864100" y="1917700"/>
            <a:ext cx="101600" cy="101600"/>
          </a:xfrm>
          <a:prstGeom prst="ellipse">
            <a:avLst/>
          </a:prstGeom>
          <a:solidFill>
            <a:srgbClr val="B9A3B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6F30CD89-1A27-44E4-9F18-850B6A3CFA3B}"/>
              </a:ext>
            </a:extLst>
          </p:cNvPr>
          <p:cNvSpPr txBox="1"/>
          <p:nvPr/>
        </p:nvSpPr>
        <p:spPr>
          <a:xfrm>
            <a:off x="5016500" y="1803400"/>
            <a:ext cx="3810000" cy="508000"/>
          </a:xfrm>
          <a:prstGeom prst="rect">
            <a:avLst/>
          </a:prstGeom>
          <a:noFill/>
        </p:spPr>
        <p:txBody>
          <a:bodyPr vertOverflow="overflow" vert="horz" wrap="square" rtlCol="0" anchor="t" anchorCtr="0">
            <a:noAutofit/>
          </a:bodyPr>
          <a:lstStyle/>
          <a:p>
            <a:pPr algn="l"/>
            <a:r>
              <a:rPr lang="en-US">
                <a:solidFill>
                  <a:srgbClr val="323130"/>
                </a:solidFill>
                <a:latin typeface="Century Gothic"/>
              </a:rPr>
              <a:t>Timeline view of investigation events</a:t>
            </a:r>
          </a:p>
        </p:txBody>
      </p:sp>
      <p:sp>
        <p:nvSpPr>
          <p:cNvPr id="18" name="Oval 17">
            <a:extLst>
              <a:ext uri="{FF2B5EF4-FFF2-40B4-BE49-F238E27FC236}">
                <a16:creationId xmlns:a16="http://schemas.microsoft.com/office/drawing/2014/main" id="{E9372DB6-D904-4DA1-B315-829C1960D36E}"/>
              </a:ext>
            </a:extLst>
          </p:cNvPr>
          <p:cNvSpPr/>
          <p:nvPr/>
        </p:nvSpPr>
        <p:spPr>
          <a:xfrm>
            <a:off x="4864100" y="2451100"/>
            <a:ext cx="101600" cy="101600"/>
          </a:xfrm>
          <a:prstGeom prst="ellipse">
            <a:avLst/>
          </a:prstGeom>
          <a:solidFill>
            <a:srgbClr val="B9A3B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E0CA73FB-139B-48CE-847E-20C15CCF09D3}"/>
              </a:ext>
            </a:extLst>
          </p:cNvPr>
          <p:cNvSpPr txBox="1"/>
          <p:nvPr/>
        </p:nvSpPr>
        <p:spPr>
          <a:xfrm>
            <a:off x="5016500" y="2336800"/>
            <a:ext cx="3810000" cy="508000"/>
          </a:xfrm>
          <a:prstGeom prst="rect">
            <a:avLst/>
          </a:prstGeom>
          <a:noFill/>
        </p:spPr>
        <p:txBody>
          <a:bodyPr vertOverflow="overflow" vert="horz" wrap="square" rtlCol="0" anchor="t" anchorCtr="0">
            <a:noAutofit/>
          </a:bodyPr>
          <a:lstStyle/>
          <a:p>
            <a:pPr algn="l"/>
            <a:r>
              <a:rPr lang="en-US">
                <a:solidFill>
                  <a:srgbClr val="323130"/>
                </a:solidFill>
                <a:latin typeface="Century Gothic"/>
              </a:rPr>
              <a:t>Supervisor dashboard of officer progress and case status</a:t>
            </a:r>
          </a:p>
        </p:txBody>
      </p:sp>
      <p:sp>
        <p:nvSpPr>
          <p:cNvPr id="20" name="Oval 19">
            <a:extLst>
              <a:ext uri="{FF2B5EF4-FFF2-40B4-BE49-F238E27FC236}">
                <a16:creationId xmlns:a16="http://schemas.microsoft.com/office/drawing/2014/main" id="{A89FD7FA-9350-4E73-A090-D7F79F609605}"/>
              </a:ext>
            </a:extLst>
          </p:cNvPr>
          <p:cNvSpPr/>
          <p:nvPr/>
        </p:nvSpPr>
        <p:spPr>
          <a:xfrm>
            <a:off x="4864100" y="2984500"/>
            <a:ext cx="101600" cy="101600"/>
          </a:xfrm>
          <a:prstGeom prst="ellipse">
            <a:avLst/>
          </a:prstGeom>
          <a:solidFill>
            <a:srgbClr val="B9A3B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3BEA7C92-D37B-416F-B59E-BD4C1B1FB905}"/>
              </a:ext>
            </a:extLst>
          </p:cNvPr>
          <p:cNvSpPr txBox="1"/>
          <p:nvPr/>
        </p:nvSpPr>
        <p:spPr>
          <a:xfrm>
            <a:off x="5016500" y="2870200"/>
            <a:ext cx="3810000" cy="508000"/>
          </a:xfrm>
          <a:prstGeom prst="rect">
            <a:avLst/>
          </a:prstGeom>
          <a:noFill/>
        </p:spPr>
        <p:txBody>
          <a:bodyPr vertOverflow="overflow" vert="horz" wrap="square" rtlCol="0" anchor="t" anchorCtr="0">
            <a:noAutofit/>
          </a:bodyPr>
          <a:lstStyle/>
          <a:p>
            <a:pPr algn="l"/>
            <a:r>
              <a:rPr lang="en-US">
                <a:solidFill>
                  <a:srgbClr val="323130"/>
                </a:solidFill>
                <a:latin typeface="Century Gothic"/>
              </a:rPr>
              <a:t>Cross-case comparison and linking, under access controls</a:t>
            </a:r>
          </a:p>
        </p:txBody>
      </p:sp>
    </p:spTree>
    <p:extLst>
      <p:ext uri="{BB962C8B-B14F-4D97-AF65-F5344CB8AC3E}">
        <p14:creationId xmlns:p14="http://schemas.microsoft.com/office/powerpoint/2010/main" val="701290912"/>
      </p:ext>
    </p:extLst>
  </p:cSld>
  <p:clrMapOvr>
    <a:masterClrMapping/>
  </p:clrMapOvr>
</p:sld>
</file>

<file path=ppt/theme/theme1.xml><?xml version="1.0" encoding="utf-8"?>
<a:theme xmlns:a="http://schemas.openxmlformats.org/drawingml/2006/main" name="Streamline">
  <a:themeElements>
    <a:clrScheme name="Streamline">
      <a:dk1>
        <a:srgbClr val="730F6D"/>
      </a:dk1>
      <a:lt1>
        <a:srgbClr val="FFFFFF"/>
      </a:lt1>
      <a:dk2>
        <a:srgbClr val="3F3F3F"/>
      </a:dk2>
      <a:lt2>
        <a:srgbClr val="F0F0FC"/>
      </a:lt2>
      <a:accent1>
        <a:srgbClr val="595959"/>
      </a:accent1>
      <a:accent2>
        <a:srgbClr val="BF97DD"/>
      </a:accent2>
      <a:accent3>
        <a:srgbClr val="B33A3A"/>
      </a:accent3>
      <a:accent4>
        <a:srgbClr val="F7F7F7"/>
      </a:accent4>
      <a:accent5>
        <a:srgbClr val="1C3678"/>
      </a:accent5>
      <a:accent6>
        <a:srgbClr val="C3C3C3"/>
      </a:accent6>
      <a:hlink>
        <a:srgbClr val="E13123"/>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2EF274E-270E-4600-B19C-95342370CF71}">
  <we:reference id="WA200010725" version="1.0.0.1" store="en-us" storeType="omex"/>
  <we:alternateReferences>
    <we:reference id="WA200010725" version="1.0.0.1" store="omex" storeType="omex"/>
  </we:alternateReferences>
  <we:properties>
    <we:property name="claude.fileId" value="&quot;f49c53ba-2ef2-4724-88b3-3f00e956e4c6&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be389f6-0b41-47db-b04b-192f1ea8c6f5">
      <Terms xmlns="http://schemas.microsoft.com/office/infopath/2007/PartnerControls"/>
    </lcf76f155ced4ddcb4097134ff3c332f>
    <TaxCatchAll xmlns="6de4a5a3-ea4d-4308-870e-74b972ec131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63CD502E4BB064981DA2558D7D40814" ma:contentTypeVersion="15" ma:contentTypeDescription="Create a new document." ma:contentTypeScope="" ma:versionID="850d91253c5e9fc77afef12580538022">
  <xsd:schema xmlns:xsd="http://www.w3.org/2001/XMLSchema" xmlns:xs="http://www.w3.org/2001/XMLSchema" xmlns:p="http://schemas.microsoft.com/office/2006/metadata/properties" xmlns:ns2="abe389f6-0b41-47db-b04b-192f1ea8c6f5" xmlns:ns3="6de4a5a3-ea4d-4308-870e-74b972ec1314" targetNamespace="http://schemas.microsoft.com/office/2006/metadata/properties" ma:root="true" ma:fieldsID="c13b9577fdd61e2f36cfe6849a1618fb" ns2:_="" ns3:_="">
    <xsd:import namespace="abe389f6-0b41-47db-b04b-192f1ea8c6f5"/>
    <xsd:import namespace="6de4a5a3-ea4d-4308-870e-74b972ec131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389f6-0b41-47db-b04b-192f1ea8c6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4" nillable="true" ma:displayName="MediaServiceBillingMetadata" ma:hidden="true" ma:internalName="MediaServiceBilling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10b2ab70-381d-4de1-873d-678182fc5963"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de4a5a3-ea4d-4308-870e-74b972ec131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e809a6b-e38b-4c71-a094-0353530ed806}" ma:internalName="TaxCatchAll" ma:showField="CatchAllData" ma:web="6de4a5a3-ea4d-4308-870e-74b972ec131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901C7A0-66A8-4A70-98AE-6F810D05DB5F}">
  <ds:schemaRefs>
    <ds:schemaRef ds:uri="6de4a5a3-ea4d-4308-870e-74b972ec1314"/>
    <ds:schemaRef ds:uri="abe389f6-0b41-47db-b04b-192f1ea8c6f5"/>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416C62A-05AC-40A0-9603-5E69E0D9F722}">
  <ds:schemaRefs>
    <ds:schemaRef ds:uri="6de4a5a3-ea4d-4308-870e-74b972ec1314"/>
    <ds:schemaRef ds:uri="abe389f6-0b41-47db-b04b-192f1ea8c6f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607C6F5-800F-440E-9C96-986D1CFC0E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TotalTime>
  <Words>1793</Words>
  <Application>Microsoft Office PowerPoint</Application>
  <PresentationFormat>On-screen Show (16:9)</PresentationFormat>
  <Paragraphs>264</Paragraphs>
  <Slides>20</Slides>
  <Notes>4</Notes>
  <HiddenSlides>5</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Wingdings</vt:lpstr>
      <vt:lpstr>Calibri</vt:lpstr>
      <vt:lpstr>Century Gothic</vt:lpstr>
      <vt:lpstr>Lato</vt:lpstr>
      <vt:lpstr>Streamline</vt:lpstr>
      <vt:lpstr>Investigator
Co-Pilot</vt:lpstr>
      <vt:lpstr>Investigators cross-check fragmented evidence manually</vt:lpstr>
      <vt:lpstr>Four Capabilities set the Co-Pilot apart</vt:lpstr>
      <vt:lpstr>User Experience – Improve Product Adoption</vt:lpstr>
      <vt:lpstr>Graph Based Investigation (POLE Data Model)</vt:lpstr>
      <vt:lpstr>Investigation Journey - Workflow</vt:lpstr>
      <vt:lpstr>Live demo</vt:lpstr>
      <vt:lpstr>Demo Flow – Bribery Scenario </vt:lpstr>
      <vt:lpstr>Demo Video#1</vt:lpstr>
      <vt:lpstr>Explore The Hidden Connection</vt:lpstr>
      <vt:lpstr>Scenario: Investigation of case evidence from WhatsApp chats, witness/accused statements, and multimedia evidence using an AI investigator co-pilot platform   Persona: Investigation Officer / Case Supervisor reviewing evidence, relationships, and case progress   1. Go to Workbench Access “Evidence Box / Investigator Co-pilot” workspace where all case files are uploaded and isolated per case  2. Check the data to use Upload and ingest WhatsApp chats, witness/accused statements, and other evidence into the system for processing  Data is structured into a knowledge graph from unstructured inputs  3. Investigate using Chatbot Use AI chatbot powered by graph search + keyword + past interactions to analyze relationships and cases  System summarizes findings such as connections between suspects and companies in the case  4. Check and verify the citation AI-generated findings include clickable citations for fact-checking and verification by officers  Fact audit allows human validation or merging of suggested entity matches (AI suggests, humans approve)  5. Look at the graph, timeline Knowledge graph shows relationships between people, companies, and events extracted from chats and statements  Timeline visualization is supported for chronological analysis of events  6. Do case-conclusion with evidence System produces summaries of aligned facts and discrepancies across multiple statements and witnesses  Outputs structured analysis including contradictions and corroborations across evidence sources  7. Highlight USP and productivity gain Graph-based RAG over unstructured legal/investigation data for relationship discovery AI-assisted cross-statement comparison to detect discrepancies and corroboration Multilingual speech-to-text and entity identification across languages (Malay, Chinese, English, etc.)  Human-in-the-loop fact audit ensures controlled and verifiable investigation outputs </vt:lpstr>
      <vt:lpstr>Demo Feedback – Govware with CPIB</vt:lpstr>
      <vt:lpstr>Other Similar System - Comparison</vt:lpstr>
      <vt:lpstr>Meeting with Knovel</vt:lpstr>
      <vt:lpstr>PowerPoint Presentation</vt:lpstr>
      <vt:lpstr>Next steps</vt:lpstr>
      <vt:lpstr>The Co-Pilot turns raw evidence into a case graph</vt:lpstr>
      <vt:lpstr>Every answer combines graph links with keyword search</vt:lpstr>
      <vt:lpstr>The demo follows one case from upload to conclusion</vt:lpstr>
      <vt:lpstr>Timeline, dashboards and cross-case links come next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Erjan Kho</cp:lastModifiedBy>
  <cp:revision>1</cp:revision>
  <dcterms:created xsi:type="dcterms:W3CDTF">2026-10-06T02:30:14Z</dcterms:created>
  <dcterms:modified xsi:type="dcterms:W3CDTF">2026-10-14T02:09:32Z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0x010100F63CD502E4BB064981DA2558D7D40814</vt:lpwstr>
  </property>
  <property fmtid="{D5CDD505-2E9C-101B-9397-08002B2CF9AE}" pid="3" name="MediaServiceImageTags">
    <vt:lpwstr/>
  </property>
</Properties>
</file>